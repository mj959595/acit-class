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wav" ContentType="audio/x-wav"/>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86" r:id="rId1"/>
  </p:sldMasterIdLst>
  <p:notesMasterIdLst>
    <p:notesMasterId r:id="rId12"/>
  </p:notesMasterIdLst>
  <p:sldIdLst>
    <p:sldId id="261" r:id="rId2"/>
    <p:sldId id="256" r:id="rId3"/>
    <p:sldId id="257" r:id="rId4"/>
    <p:sldId id="258" r:id="rId5"/>
    <p:sldId id="259" r:id="rId6"/>
    <p:sldId id="262" r:id="rId7"/>
    <p:sldId id="260" r:id="rId8"/>
    <p:sldId id="263" r:id="rId9"/>
    <p:sldId id="264" r:id="rId10"/>
    <p:sldId id="265" r:id="rId11"/>
  </p:sldIdLst>
  <p:sldSz cx="12192000" cy="6858000"/>
  <p:notesSz cx="6858000" cy="9144000"/>
  <p:custShowLst>
    <p:custShow name="Custom Show 1" id="0">
      <p:sldLst>
        <p:sld r:id="rId4"/>
        <p:sld r:id="rId5"/>
        <p:sld r:id="rId6"/>
      </p:sldLst>
    </p:custShow>
  </p:custShow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troduction" id="{9C0CB152-CDD7-4A85-A557-480A7C2E0EA7}">
          <p14:sldIdLst>
            <p14:sldId id="261"/>
            <p14:sldId id="256"/>
            <p14:sldId id="257"/>
          </p14:sldIdLst>
        </p14:section>
        <p14:section name="Hardware" id="{10DE0303-90CB-4E3C-A1F0-01B8F89841DA}">
          <p14:sldIdLst>
            <p14:sldId id="258"/>
            <p14:sldId id="259"/>
            <p14:sldId id="262"/>
          </p14:sldIdLst>
        </p14:section>
        <p14:section name="Software" id="{E13089F5-CC3E-42A7-9844-8A94C319DC00}">
          <p14:sldIdLst>
            <p14:sldId id="260"/>
            <p14:sldId id="263"/>
            <p14:sldId id="264"/>
            <p14:sldId id="265"/>
          </p14:sldIdLst>
        </p14:section>
      </p14:sectionLst>
    </p:ex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loop="1" showNarration="1">
    <p:present/>
    <p:sldRg st="1" end="2"/>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8994" autoAdjust="0"/>
    <p:restoredTop sz="94660"/>
  </p:normalViewPr>
  <p:slideViewPr>
    <p:cSldViewPr snapToGrid="0" showGuides="1">
      <p:cViewPr varScale="1">
        <p:scale>
          <a:sx n="42" d="100"/>
          <a:sy n="42" d="100"/>
        </p:scale>
        <p:origin x="66" y="642"/>
      </p:cViewPr>
      <p:guideLst>
        <p:guide orient="horz" pos="2160"/>
        <p:guide pos="384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0C986AD-C330-49FD-81B8-99067E2E8786}" type="datetimeFigureOut">
              <a:rPr lang="en-US" smtClean="0"/>
              <a:t>6/23/2025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E6A056C8-0571-49F9-A6CF-7C5C04B74A89}" type="slidenum">
              <a:rPr lang="en-US" smtClean="0"/>
              <a:t>‹#›</a:t>
            </a:fld>
            <a:endParaRPr lang="en-US"/>
          </a:p>
        </p:txBody>
      </p:sp>
    </p:spTree>
    <p:extLst>
      <p:ext uri="{BB962C8B-B14F-4D97-AF65-F5344CB8AC3E}">
        <p14:creationId xmlns:p14="http://schemas.microsoft.com/office/powerpoint/2010/main" val="209740975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E6A056C8-0571-49F9-A6CF-7C5C04B74A89}" type="slidenum">
              <a:rPr lang="en-US" smtClean="0"/>
              <a:t>2</a:t>
            </a:fld>
            <a:endParaRPr lang="en-US"/>
          </a:p>
        </p:txBody>
      </p:sp>
    </p:spTree>
    <p:extLst>
      <p:ext uri="{BB962C8B-B14F-4D97-AF65-F5344CB8AC3E}">
        <p14:creationId xmlns:p14="http://schemas.microsoft.com/office/powerpoint/2010/main" val="4072325428"/>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audio" Target="../media/audio1.wav"/></Relationships>
</file>

<file path=ppt/slideLayouts/_rels/slideLayout2.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audio" Target="../media/audio1.wav"/></Relationships>
</file>

<file path=ppt/slideLayouts/_rels/slideLayout3.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audio" Target="../media/audio1.wav"/></Relationships>
</file>

<file path=ppt/slideLayouts/_rels/slideLayout4.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audio" Target="../media/audio1.wav"/></Relationships>
</file>

<file path=ppt/slideLayouts/_rels/slideLayout5.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audio" Target="../media/audio1.wav"/></Relationships>
</file>

<file path=ppt/slideLayouts/_rels/slideLayout6.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audio" Target="../media/audio1.wav"/></Relationships>
</file>

<file path=ppt/slideLayouts/_rels/slideLayout7.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audio" Target="../media/audio1.wav"/></Relationships>
</file>

<file path=ppt/slideLayouts/_rels/slideLayout8.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audio" Target="../media/audio1.wav"/></Relationships>
</file>

<file path=ppt/slideLayouts/_rels/slideLayout9.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audio" Target="../media/audio1.wav"/></Relationships>
</file>

<file path=ppt/slideLayouts/_rels/slideLayout10.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audio" Target="../media/audio1.wav"/></Relationships>
</file>

<file path=ppt/slideLayouts/_rels/slideLayout11.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audio" Target="../media/audio1.wav"/></Relationships>
</file>

<file path=ppt/slideLayouts/_rels/slideLayout12.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audio" Target="../media/audio1.wav"/></Relationships>
</file>

<file path=ppt/slideLayouts/_rels/slideLayout13.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audio" Target="../media/audio1.wav"/></Relationships>
</file>

<file path=ppt/slideLayouts/_rels/slideLayout14.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audio" Target="../media/audio1.wav"/></Relationships>
</file>

<file path=ppt/slideLayouts/_rels/slideLayout15.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audio" Target="../media/audio1.wav"/></Relationships>
</file>

<file path=ppt/slideLayouts/_rels/slideLayout16.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audio" Target="../media/audio1.wav"/></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7" name="Group 6"/>
          <p:cNvGrpSpPr/>
          <p:nvPr/>
        </p:nvGrpSpPr>
        <p:grpSpPr>
          <a:xfrm>
            <a:off x="0" y="-8467"/>
            <a:ext cx="12192000" cy="6866467"/>
            <a:chOff x="0" y="-8467"/>
            <a:chExt cx="12192000" cy="6866467"/>
          </a:xfrm>
        </p:grpSpPr>
        <p:cxnSp>
          <p:nvCxnSpPr>
            <p:cNvPr id="32" name="Straight Connector 31"/>
            <p:cNvCxnSpPr/>
            <p:nvPr/>
          </p:nvCxnSpPr>
          <p:spPr>
            <a:xfrm>
              <a:off x="9371012"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24"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Isosceles Triangle 26"/>
            <p:cNvSpPr/>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9"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30"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sp>
        <p:sp>
          <p:nvSpPr>
            <p:cNvPr id="31" name="Isosceles Triangle 30"/>
            <p:cNvSpPr/>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19" name="Isosceles Triangle 18"/>
            <p:cNvSpPr/>
            <p:nvPr/>
          </p:nvSpPr>
          <p:spPr>
            <a:xfrm rot="10800000">
              <a:off x="0" y="0"/>
              <a:ext cx="842596" cy="5666154"/>
            </a:xfrm>
            <a:prstGeom prst="triangle">
              <a:avLst>
                <a:gd name="adj" fmla="val 10000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ctrTitle"/>
          </p:nvPr>
        </p:nvSpPr>
        <p:spPr>
          <a:xfrm>
            <a:off x="1507067" y="2404534"/>
            <a:ext cx="7766936" cy="1646302"/>
          </a:xfrm>
        </p:spPr>
        <p:txBody>
          <a:bodyPr anchor="b">
            <a:noAutofit/>
          </a:bodyPr>
          <a:lstStyle>
            <a:lvl1pPr algn="r">
              <a:defRPr sz="5400">
                <a:solidFill>
                  <a:schemeClr val="accent1"/>
                </a:solidFill>
              </a:defRPr>
            </a:lvl1pPr>
          </a:lstStyle>
          <a:p>
            <a:r>
              <a:rPr lang="en-US" smtClean="0"/>
              <a:t>Click to edit Master title style</a:t>
            </a:r>
            <a:endParaRPr lang="en-US" dirty="0"/>
          </a:p>
        </p:txBody>
      </p:sp>
      <p:sp>
        <p:nvSpPr>
          <p:cNvPr id="3" name="Subtitle 2"/>
          <p:cNvSpPr>
            <a:spLocks noGrp="1"/>
          </p:cNvSpPr>
          <p:nvPr>
            <p:ph type="subTitle" idx="1"/>
          </p:nvPr>
        </p:nvSpPr>
        <p:spPr>
          <a:xfrm>
            <a:off x="1507067" y="4050833"/>
            <a:ext cx="7766936" cy="1096899"/>
          </a:xfrm>
        </p:spPr>
        <p:txBody>
          <a:bodyPr anchor="t"/>
          <a:lstStyle>
            <a:lvl1pPr marL="0" indent="0" algn="r">
              <a:buNone/>
              <a:defRPr>
                <a:solidFill>
                  <a:schemeClr val="tx1">
                    <a:lumMod val="50000"/>
                    <a:lumOff val="5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dirty="0"/>
          </a:p>
        </p:txBody>
      </p:sp>
      <p:sp>
        <p:nvSpPr>
          <p:cNvPr id="4" name="Date Placeholder 3"/>
          <p:cNvSpPr>
            <a:spLocks noGrp="1"/>
          </p:cNvSpPr>
          <p:nvPr>
            <p:ph type="dt" sz="half" idx="10"/>
          </p:nvPr>
        </p:nvSpPr>
        <p:spPr/>
        <p:txBody>
          <a:bodyPr/>
          <a:lstStyle/>
          <a:p>
            <a:fld id="{21013BB6-45FE-4E6C-BC48-8C6E84E5C1F9}" type="datetime1">
              <a:rPr lang="en-US" smtClean="0"/>
              <a:t>6/23/2025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4CA9154-9BEA-4A2D-B9F0-1D72DAB22AB6}" type="slidenum">
              <a:rPr lang="en-US" smtClean="0"/>
              <a:t>‹#›</a:t>
            </a:fld>
            <a:endParaRPr lang="en-US"/>
          </a:p>
        </p:txBody>
      </p:sp>
      <p:sp>
        <p:nvSpPr>
          <p:cNvPr id="8" name="Action Button: Forward or Next 7">
            <a:hlinkClick r:id="" action="ppaction://hlinkshowjump?jump=nextslide" highlightClick="1"/>
          </p:cNvPr>
          <p:cNvSpPr/>
          <p:nvPr userDrawn="1"/>
        </p:nvSpPr>
        <p:spPr>
          <a:xfrm>
            <a:off x="11197389" y="6041362"/>
            <a:ext cx="577516" cy="584027"/>
          </a:xfrm>
          <a:prstGeom prst="actionButtonForwardNex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984773696"/>
      </p:ext>
    </p:extLst>
  </p:cSld>
  <p:clrMapOvr>
    <a:masterClrMapping/>
  </p:clrMapOvr>
  <mc:AlternateContent xmlns:mc="http://schemas.openxmlformats.org/markup-compatibility/2006">
    <mc:Choice xmlns:p14="http://schemas.microsoft.com/office/powerpoint/2010/main" Requires="p14">
      <p:transition spd="slow" p14:dur="2500">
        <p:checker/>
        <p:sndAc>
          <p:stSnd>
            <p:snd r:embed="rId1" name="bomb.wav"/>
          </p:stSnd>
        </p:sndAc>
      </p:transition>
    </mc:Choice>
    <mc:Fallback>
      <p:transition spd="slow">
        <p:checker/>
        <p:sndAc>
          <p:stSnd>
            <p:snd r:embed="rId1" name="bomb.wav"/>
          </p:stSnd>
        </p:sndAc>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lvl1pPr>
              <a:defRPr sz="3600"/>
            </a:lvl1pPr>
          </a:lstStyle>
          <a:p>
            <a:r>
              <a:rPr lang="en-US" smtClean="0"/>
              <a:t>Click to edit Master title style</a:t>
            </a:r>
            <a:endParaRPr lang="en-US" dirty="0"/>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3C7ED31B-A9E0-48A1-996A-3218DEB8FE11}" type="datetime1">
              <a:rPr lang="en-US" smtClean="0"/>
              <a:t>6/23/2025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4CA9154-9BEA-4A2D-B9F0-1D72DAB22AB6}" type="slidenum">
              <a:rPr lang="en-US" smtClean="0"/>
              <a:t>‹#›</a:t>
            </a:fld>
            <a:endParaRPr lang="en-US"/>
          </a:p>
        </p:txBody>
      </p:sp>
    </p:spTree>
    <p:extLst>
      <p:ext uri="{BB962C8B-B14F-4D97-AF65-F5344CB8AC3E}">
        <p14:creationId xmlns:p14="http://schemas.microsoft.com/office/powerpoint/2010/main" val="819344223"/>
      </p:ext>
    </p:extLst>
  </p:cSld>
  <p:clrMapOvr>
    <a:masterClrMapping/>
  </p:clrMapOvr>
  <mc:AlternateContent xmlns:mc="http://schemas.openxmlformats.org/markup-compatibility/2006">
    <mc:Choice xmlns:p14="http://schemas.microsoft.com/office/powerpoint/2010/main" Requires="p14">
      <p:transition spd="slow" p14:dur="2500">
        <p:checker/>
        <p:sndAc>
          <p:stSnd>
            <p:snd r:embed="rId1" name="bomb.wav"/>
          </p:stSnd>
        </p:sndAc>
      </p:transition>
    </mc:Choice>
    <mc:Fallback>
      <p:transition spd="slow">
        <p:checker/>
        <p:sndAc>
          <p:stSnd>
            <p:snd r:embed="rId1" name="bomb.wav"/>
          </p:stSnd>
        </p:sndAc>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77335" y="2700867"/>
            <a:ext cx="8596668" cy="1826581"/>
          </a:xfrm>
        </p:spPr>
        <p:txBody>
          <a:bodyPr anchor="b"/>
          <a:lstStyle>
            <a:lvl1pPr algn="l">
              <a:defRPr sz="4000" b="0" cap="none"/>
            </a:lvl1pPr>
          </a:lstStyle>
          <a:p>
            <a:r>
              <a:rPr lang="en-US" smtClean="0"/>
              <a:t>Click to edit Master title style</a:t>
            </a:r>
            <a:endParaRPr lang="en-US" dirty="0"/>
          </a:p>
        </p:txBody>
      </p:sp>
      <p:sp>
        <p:nvSpPr>
          <p:cNvPr id="3" name="Text Placeholder 2"/>
          <p:cNvSpPr>
            <a:spLocks noGrp="1"/>
          </p:cNvSpPr>
          <p:nvPr>
            <p:ph type="body" idx="1"/>
          </p:nvPr>
        </p:nvSpPr>
        <p:spPr>
          <a:xfrm>
            <a:off x="677335" y="4527448"/>
            <a:ext cx="8596668" cy="860400"/>
          </a:xfrm>
        </p:spPr>
        <p:txBody>
          <a:bodyPr anchor="t"/>
          <a:lstStyle>
            <a:lvl1pPr marL="0" indent="0" algn="l">
              <a:buNone/>
              <a:defRPr sz="20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FA148D96-5F67-461C-A5E0-E8299A07F48C}" type="datetime1">
              <a:rPr lang="en-US" smtClean="0"/>
              <a:t>6/23/2025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4CA9154-9BEA-4A2D-B9F0-1D72DAB22AB6}" type="slidenum">
              <a:rPr lang="en-US" smtClean="0"/>
              <a:t>‹#›</a:t>
            </a:fld>
            <a:endParaRPr lang="en-US"/>
          </a:p>
        </p:txBody>
      </p:sp>
    </p:spTree>
    <p:extLst>
      <p:ext uri="{BB962C8B-B14F-4D97-AF65-F5344CB8AC3E}">
        <p14:creationId xmlns:p14="http://schemas.microsoft.com/office/powerpoint/2010/main" val="1615921979"/>
      </p:ext>
    </p:extLst>
  </p:cSld>
  <p:clrMapOvr>
    <a:masterClrMapping/>
  </p:clrMapOvr>
  <mc:AlternateContent xmlns:mc="http://schemas.openxmlformats.org/markup-compatibility/2006">
    <mc:Choice xmlns:p14="http://schemas.microsoft.com/office/powerpoint/2010/main" Requires="p14">
      <p:transition spd="slow" p14:dur="2500">
        <p:checker/>
        <p:sndAc>
          <p:stSnd>
            <p:snd r:embed="rId1" name="bomb.wav"/>
          </p:stSnd>
        </p:sndAc>
      </p:transition>
    </mc:Choice>
    <mc:Fallback>
      <p:transition spd="slow">
        <p:checker/>
        <p:sndAc>
          <p:stSnd>
            <p:snd r:embed="rId1" name="bomb.wav"/>
          </p:stSnd>
        </p:sndAc>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Content Placeholder 2"/>
          <p:cNvSpPr>
            <a:spLocks noGrp="1"/>
          </p:cNvSpPr>
          <p:nvPr>
            <p:ph sz="half" idx="1"/>
          </p:nvPr>
        </p:nvSpPr>
        <p:spPr>
          <a:xfrm>
            <a:off x="677334" y="2160589"/>
            <a:ext cx="4184035" cy="3880772"/>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Content Placeholder 3"/>
          <p:cNvSpPr>
            <a:spLocks noGrp="1"/>
          </p:cNvSpPr>
          <p:nvPr>
            <p:ph sz="half" idx="2"/>
          </p:nvPr>
        </p:nvSpPr>
        <p:spPr>
          <a:xfrm>
            <a:off x="5089970" y="2160589"/>
            <a:ext cx="4184034" cy="3880773"/>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Date Placeholder 4"/>
          <p:cNvSpPr>
            <a:spLocks noGrp="1"/>
          </p:cNvSpPr>
          <p:nvPr>
            <p:ph type="dt" sz="half" idx="10"/>
          </p:nvPr>
        </p:nvSpPr>
        <p:spPr/>
        <p:txBody>
          <a:bodyPr/>
          <a:lstStyle/>
          <a:p>
            <a:fld id="{A4B3D4A9-545B-446C-A32F-F3C4891DB60D}" type="datetime1">
              <a:rPr lang="en-US" smtClean="0"/>
              <a:t>6/23/2025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14CA9154-9BEA-4A2D-B9F0-1D72DAB22AB6}" type="slidenum">
              <a:rPr lang="en-US" smtClean="0"/>
              <a:t>‹#›</a:t>
            </a:fld>
            <a:endParaRPr lang="en-US"/>
          </a:p>
        </p:txBody>
      </p:sp>
    </p:spTree>
    <p:extLst>
      <p:ext uri="{BB962C8B-B14F-4D97-AF65-F5344CB8AC3E}">
        <p14:creationId xmlns:p14="http://schemas.microsoft.com/office/powerpoint/2010/main" val="2840959469"/>
      </p:ext>
    </p:extLst>
  </p:cSld>
  <p:clrMapOvr>
    <a:masterClrMapping/>
  </p:clrMapOvr>
  <mc:AlternateContent xmlns:mc="http://schemas.openxmlformats.org/markup-compatibility/2006">
    <mc:Choice xmlns:p14="http://schemas.microsoft.com/office/powerpoint/2010/main" Requires="p14">
      <p:transition spd="slow" p14:dur="2500">
        <p:checker/>
        <p:sndAc>
          <p:stSnd>
            <p:snd r:embed="rId1" name="bomb.wav"/>
          </p:stSnd>
        </p:sndAc>
      </p:transition>
    </mc:Choice>
    <mc:Fallback>
      <p:transition spd="slow">
        <p:checker/>
        <p:sndAc>
          <p:stSnd>
            <p:snd r:embed="rId1" name="bomb.wav"/>
          </p:stSnd>
        </p:sndAc>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dirty="0"/>
          </a:p>
        </p:txBody>
      </p:sp>
      <p:sp>
        <p:nvSpPr>
          <p:cNvPr id="3" name="Text Placeholder 2"/>
          <p:cNvSpPr>
            <a:spLocks noGrp="1"/>
          </p:cNvSpPr>
          <p:nvPr>
            <p:ph type="body" idx="1"/>
          </p:nvPr>
        </p:nvSpPr>
        <p:spPr>
          <a:xfrm>
            <a:off x="675745" y="2160983"/>
            <a:ext cx="4185623"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675745" y="2737245"/>
            <a:ext cx="4185623" cy="3304117"/>
          </a:xfrm>
        </p:spPr>
        <p:txBody>
          <a:bodyPr>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Text Placeholder 4"/>
          <p:cNvSpPr>
            <a:spLocks noGrp="1"/>
          </p:cNvSpPr>
          <p:nvPr>
            <p:ph type="body" sz="quarter" idx="3"/>
          </p:nvPr>
        </p:nvSpPr>
        <p:spPr>
          <a:xfrm>
            <a:off x="5088383" y="2160983"/>
            <a:ext cx="4185618"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5088384" y="2737245"/>
            <a:ext cx="4185617" cy="3304117"/>
          </a:xfrm>
        </p:spPr>
        <p:txBody>
          <a:bodyPr>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7" name="Date Placeholder 6"/>
          <p:cNvSpPr>
            <a:spLocks noGrp="1"/>
          </p:cNvSpPr>
          <p:nvPr>
            <p:ph type="dt" sz="half" idx="10"/>
          </p:nvPr>
        </p:nvSpPr>
        <p:spPr/>
        <p:txBody>
          <a:bodyPr/>
          <a:lstStyle/>
          <a:p>
            <a:fld id="{1CB63724-DAE4-461C-B25B-839B740D3CF0}" type="datetime1">
              <a:rPr lang="en-US" smtClean="0"/>
              <a:t>6/23/2025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14CA9154-9BEA-4A2D-B9F0-1D72DAB22AB6}" type="slidenum">
              <a:rPr lang="en-US" smtClean="0"/>
              <a:t>‹#›</a:t>
            </a:fld>
            <a:endParaRPr lang="en-US"/>
          </a:p>
        </p:txBody>
      </p:sp>
    </p:spTree>
    <p:extLst>
      <p:ext uri="{BB962C8B-B14F-4D97-AF65-F5344CB8AC3E}">
        <p14:creationId xmlns:p14="http://schemas.microsoft.com/office/powerpoint/2010/main" val="3306876048"/>
      </p:ext>
    </p:extLst>
  </p:cSld>
  <p:clrMapOvr>
    <a:masterClrMapping/>
  </p:clrMapOvr>
  <mc:AlternateContent xmlns:mc="http://schemas.openxmlformats.org/markup-compatibility/2006">
    <mc:Choice xmlns:p14="http://schemas.microsoft.com/office/powerpoint/2010/main" Requires="p14">
      <p:transition spd="slow" p14:dur="2500">
        <p:checker/>
        <p:sndAc>
          <p:stSnd>
            <p:snd r:embed="rId1" name="bomb.wav"/>
          </p:stSnd>
        </p:sndAc>
      </p:transition>
    </mc:Choice>
    <mc:Fallback>
      <p:transition spd="slow">
        <p:checker/>
        <p:sndAc>
          <p:stSnd>
            <p:snd r:embed="rId1" name="bomb.wav"/>
          </p:stSnd>
        </p:sndAc>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677334" y="609600"/>
            <a:ext cx="8596668" cy="1320800"/>
          </a:xfrm>
        </p:spPr>
        <p:txBody>
          <a:bodyPr/>
          <a:lstStyle/>
          <a:p>
            <a:r>
              <a:rPr lang="en-US" smtClean="0"/>
              <a:t>Click to edit Master title style</a:t>
            </a:r>
            <a:endParaRPr lang="en-US" dirty="0"/>
          </a:p>
        </p:txBody>
      </p:sp>
      <p:sp>
        <p:nvSpPr>
          <p:cNvPr id="3" name="Date Placeholder 2"/>
          <p:cNvSpPr>
            <a:spLocks noGrp="1"/>
          </p:cNvSpPr>
          <p:nvPr>
            <p:ph type="dt" sz="half" idx="10"/>
          </p:nvPr>
        </p:nvSpPr>
        <p:spPr/>
        <p:txBody>
          <a:bodyPr/>
          <a:lstStyle/>
          <a:p>
            <a:fld id="{61861AE4-AF59-46B1-A8BD-22C06B4AF15D}" type="datetime1">
              <a:rPr lang="en-US" smtClean="0"/>
              <a:t>6/23/2025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14CA9154-9BEA-4A2D-B9F0-1D72DAB22AB6}" type="slidenum">
              <a:rPr lang="en-US" smtClean="0"/>
              <a:t>‹#›</a:t>
            </a:fld>
            <a:endParaRPr lang="en-US"/>
          </a:p>
        </p:txBody>
      </p:sp>
    </p:spTree>
    <p:extLst>
      <p:ext uri="{BB962C8B-B14F-4D97-AF65-F5344CB8AC3E}">
        <p14:creationId xmlns:p14="http://schemas.microsoft.com/office/powerpoint/2010/main" val="2870027163"/>
      </p:ext>
    </p:extLst>
  </p:cSld>
  <p:clrMapOvr>
    <a:masterClrMapping/>
  </p:clrMapOvr>
  <mc:AlternateContent xmlns:mc="http://schemas.openxmlformats.org/markup-compatibility/2006">
    <mc:Choice xmlns:p14="http://schemas.microsoft.com/office/powerpoint/2010/main" Requires="p14">
      <p:transition spd="slow" p14:dur="2500">
        <p:checker/>
        <p:sndAc>
          <p:stSnd>
            <p:snd r:embed="rId1" name="bomb.wav"/>
          </p:stSnd>
        </p:sndAc>
      </p:transition>
    </mc:Choice>
    <mc:Fallback>
      <p:transition spd="slow">
        <p:checker/>
        <p:sndAc>
          <p:stSnd>
            <p:snd r:embed="rId1" name="bomb.wav"/>
          </p:stSnd>
        </p:sndAc>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AC52D57C-18DF-4344-9BEE-0BFB1359AFE4}" type="datetime1">
              <a:rPr lang="en-US" smtClean="0"/>
              <a:t>6/23/2025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14CA9154-9BEA-4A2D-B9F0-1D72DAB22AB6}" type="slidenum">
              <a:rPr lang="en-US" smtClean="0"/>
              <a:t>‹#›</a:t>
            </a:fld>
            <a:endParaRPr lang="en-US"/>
          </a:p>
        </p:txBody>
      </p:sp>
    </p:spTree>
    <p:extLst>
      <p:ext uri="{BB962C8B-B14F-4D97-AF65-F5344CB8AC3E}">
        <p14:creationId xmlns:p14="http://schemas.microsoft.com/office/powerpoint/2010/main" val="2501012932"/>
      </p:ext>
    </p:extLst>
  </p:cSld>
  <p:clrMapOvr>
    <a:masterClrMapping/>
  </p:clrMapOvr>
  <mc:AlternateContent xmlns:mc="http://schemas.openxmlformats.org/markup-compatibility/2006">
    <mc:Choice xmlns:p14="http://schemas.microsoft.com/office/powerpoint/2010/main" Requires="p14">
      <p:transition spd="slow" p14:dur="2500">
        <p:checker/>
        <p:sndAc>
          <p:stSnd>
            <p:snd r:embed="rId1" name="bomb.wav"/>
          </p:stSnd>
        </p:sndAc>
      </p:transition>
    </mc:Choice>
    <mc:Fallback>
      <p:transition spd="slow">
        <p:checker/>
        <p:sndAc>
          <p:stSnd>
            <p:snd r:embed="rId1" name="bomb.wav"/>
          </p:stSnd>
        </p:sndAc>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1498604"/>
            <a:ext cx="3854528" cy="1278466"/>
          </a:xfrm>
        </p:spPr>
        <p:txBody>
          <a:bodyPr anchor="b">
            <a:normAutofit/>
          </a:bodyPr>
          <a:lstStyle>
            <a:lvl1pPr>
              <a:defRPr sz="2000"/>
            </a:lvl1pPr>
          </a:lstStyle>
          <a:p>
            <a:r>
              <a:rPr lang="en-US" smtClean="0"/>
              <a:t>Click to edit Master title style</a:t>
            </a:r>
            <a:endParaRPr lang="en-US" dirty="0"/>
          </a:p>
        </p:txBody>
      </p:sp>
      <p:sp>
        <p:nvSpPr>
          <p:cNvPr id="3" name="Content Placeholder 2"/>
          <p:cNvSpPr>
            <a:spLocks noGrp="1"/>
          </p:cNvSpPr>
          <p:nvPr>
            <p:ph idx="1"/>
          </p:nvPr>
        </p:nvSpPr>
        <p:spPr>
          <a:xfrm>
            <a:off x="4760461" y="514924"/>
            <a:ext cx="4513541" cy="5526437"/>
          </a:xfrm>
        </p:spPr>
        <p:txBody>
          <a:bodyPr>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Text Placeholder 3"/>
          <p:cNvSpPr>
            <a:spLocks noGrp="1"/>
          </p:cNvSpPr>
          <p:nvPr>
            <p:ph type="body" sz="half" idx="2"/>
          </p:nvPr>
        </p:nvSpPr>
        <p:spPr>
          <a:xfrm>
            <a:off x="677334" y="2777069"/>
            <a:ext cx="3854528" cy="2584449"/>
          </a:xfrm>
        </p:spPr>
        <p:txBody>
          <a:bodyPr>
            <a:normAutofit/>
          </a:bodyPr>
          <a:lstStyle>
            <a:lvl1pPr marL="0" indent="0">
              <a:buNone/>
              <a:defRPr sz="1400"/>
            </a:lvl1pPr>
            <a:lvl2pPr marL="457063" indent="0">
              <a:buNone/>
              <a:defRPr sz="1400"/>
            </a:lvl2pPr>
            <a:lvl3pPr marL="914126" indent="0">
              <a:buNone/>
              <a:defRPr sz="1200"/>
            </a:lvl3pPr>
            <a:lvl4pPr marL="1371189" indent="0">
              <a:buNone/>
              <a:defRPr sz="1000"/>
            </a:lvl4pPr>
            <a:lvl5pPr marL="1828251" indent="0">
              <a:buNone/>
              <a:defRPr sz="1000"/>
            </a:lvl5pPr>
            <a:lvl6pPr marL="2285314" indent="0">
              <a:buNone/>
              <a:defRPr sz="1000"/>
            </a:lvl6pPr>
            <a:lvl7pPr marL="2742377" indent="0">
              <a:buNone/>
              <a:defRPr sz="1000"/>
            </a:lvl7pPr>
            <a:lvl8pPr marL="3199440" indent="0">
              <a:buNone/>
              <a:defRPr sz="1000"/>
            </a:lvl8pPr>
            <a:lvl9pPr marL="3656503" indent="0">
              <a:buNone/>
              <a:defRPr sz="10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B5EC43FF-C2F2-4A02-BB6B-BE4C9C16A331}" type="datetime1">
              <a:rPr lang="en-US" smtClean="0"/>
              <a:t>6/23/2025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14CA9154-9BEA-4A2D-B9F0-1D72DAB22AB6}" type="slidenum">
              <a:rPr lang="en-US" smtClean="0"/>
              <a:t>‹#›</a:t>
            </a:fld>
            <a:endParaRPr lang="en-US"/>
          </a:p>
        </p:txBody>
      </p:sp>
    </p:spTree>
    <p:extLst>
      <p:ext uri="{BB962C8B-B14F-4D97-AF65-F5344CB8AC3E}">
        <p14:creationId xmlns:p14="http://schemas.microsoft.com/office/powerpoint/2010/main" val="3197622886"/>
      </p:ext>
    </p:extLst>
  </p:cSld>
  <p:clrMapOvr>
    <a:masterClrMapping/>
  </p:clrMapOvr>
  <mc:AlternateContent xmlns:mc="http://schemas.openxmlformats.org/markup-compatibility/2006">
    <mc:Choice xmlns:p14="http://schemas.microsoft.com/office/powerpoint/2010/main" Requires="p14">
      <p:transition spd="slow" p14:dur="2500">
        <p:checker/>
        <p:sndAc>
          <p:stSnd>
            <p:snd r:embed="rId1" name="bomb.wav"/>
          </p:stSnd>
        </p:sndAc>
      </p:transition>
    </mc:Choice>
    <mc:Fallback>
      <p:transition spd="slow">
        <p:checker/>
        <p:sndAc>
          <p:stSnd>
            <p:snd r:embed="rId1" name="bomb.wav"/>
          </p:stSnd>
        </p:sndAc>
      </p:transition>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4800600"/>
            <a:ext cx="8596667" cy="566738"/>
          </a:xfrm>
        </p:spPr>
        <p:txBody>
          <a:bodyPr anchor="b">
            <a:normAutofit/>
          </a:bodyPr>
          <a:lstStyle>
            <a:lvl1pPr algn="l">
              <a:defRPr sz="2400" b="0"/>
            </a:lvl1pPr>
          </a:lstStyle>
          <a:p>
            <a:r>
              <a:rPr lang="en-US" smtClean="0"/>
              <a:t>Click to edit Master title style</a:t>
            </a:r>
            <a:endParaRPr lang="en-US" dirty="0"/>
          </a:p>
        </p:txBody>
      </p:sp>
      <p:sp>
        <p:nvSpPr>
          <p:cNvPr id="3" name="Picture Placeholder 2"/>
          <p:cNvSpPr>
            <a:spLocks noGrp="1" noChangeAspect="1"/>
          </p:cNvSpPr>
          <p:nvPr>
            <p:ph type="pic" idx="1"/>
          </p:nvPr>
        </p:nvSpPr>
        <p:spPr>
          <a:xfrm>
            <a:off x="677334" y="609600"/>
            <a:ext cx="8596668" cy="3845718"/>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smtClean="0"/>
              <a:t>Click icon to add picture</a:t>
            </a:r>
            <a:endParaRPr lang="en-US" dirty="0"/>
          </a:p>
        </p:txBody>
      </p:sp>
      <p:sp>
        <p:nvSpPr>
          <p:cNvPr id="4" name="Text Placeholder 3"/>
          <p:cNvSpPr>
            <a:spLocks noGrp="1"/>
          </p:cNvSpPr>
          <p:nvPr>
            <p:ph type="body" sz="half" idx="2"/>
          </p:nvPr>
        </p:nvSpPr>
        <p:spPr>
          <a:xfrm>
            <a:off x="677334" y="5367338"/>
            <a:ext cx="8596667" cy="674024"/>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8936BAD1-6F85-4A68-9740-686402D46327}" type="datetime1">
              <a:rPr lang="en-US" smtClean="0"/>
              <a:t>6/23/2025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14CA9154-9BEA-4A2D-B9F0-1D72DAB22AB6}" type="slidenum">
              <a:rPr lang="en-US" smtClean="0"/>
              <a:t>‹#›</a:t>
            </a:fld>
            <a:endParaRPr lang="en-US"/>
          </a:p>
        </p:txBody>
      </p:sp>
    </p:spTree>
    <p:extLst>
      <p:ext uri="{BB962C8B-B14F-4D97-AF65-F5344CB8AC3E}">
        <p14:creationId xmlns:p14="http://schemas.microsoft.com/office/powerpoint/2010/main" val="550061721"/>
      </p:ext>
    </p:extLst>
  </p:cSld>
  <p:clrMapOvr>
    <a:masterClrMapping/>
  </p:clrMapOvr>
  <mc:AlternateContent xmlns:mc="http://schemas.openxmlformats.org/markup-compatibility/2006">
    <mc:Choice xmlns:p14="http://schemas.microsoft.com/office/powerpoint/2010/main" Requires="p14">
      <p:transition spd="slow" p14:dur="2500">
        <p:checker/>
        <p:sndAc>
          <p:stSnd>
            <p:snd r:embed="rId1" name="bomb.wav"/>
          </p:stSnd>
        </p:sndAc>
      </p:transition>
    </mc:Choice>
    <mc:Fallback>
      <p:transition spd="slow">
        <p:checker/>
        <p:sndAc>
          <p:stSnd>
            <p:snd r:embed="rId1" name="bomb.wav"/>
          </p:stSnd>
        </p:sndAc>
      </p:transition>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5" y="609600"/>
            <a:ext cx="8596668" cy="3403600"/>
          </a:xfrm>
        </p:spPr>
        <p:txBody>
          <a:bodyPr anchor="ctr">
            <a:normAutofit/>
          </a:bodyPr>
          <a:lstStyle>
            <a:lvl1pPr algn="l">
              <a:defRPr sz="4400" b="0" cap="none"/>
            </a:lvl1pPr>
          </a:lstStyle>
          <a:p>
            <a:r>
              <a:rPr lang="en-US" smtClean="0"/>
              <a:t>Click to edit Master title style</a:t>
            </a:r>
            <a:endParaRPr lang="en-US" dirty="0"/>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70428A4E-4364-48F7-9C18-9773C7D1695E}" type="datetime1">
              <a:rPr lang="en-US" smtClean="0"/>
              <a:t>6/23/2025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4CA9154-9BEA-4A2D-B9F0-1D72DAB22AB6}" type="slidenum">
              <a:rPr lang="en-US" smtClean="0"/>
              <a:t>‹#›</a:t>
            </a:fld>
            <a:endParaRPr lang="en-US"/>
          </a:p>
        </p:txBody>
      </p:sp>
    </p:spTree>
    <p:extLst>
      <p:ext uri="{BB962C8B-B14F-4D97-AF65-F5344CB8AC3E}">
        <p14:creationId xmlns:p14="http://schemas.microsoft.com/office/powerpoint/2010/main" val="71982962"/>
      </p:ext>
    </p:extLst>
  </p:cSld>
  <p:clrMapOvr>
    <a:masterClrMapping/>
  </p:clrMapOvr>
  <mc:AlternateContent xmlns:mc="http://schemas.openxmlformats.org/markup-compatibility/2006">
    <mc:Choice xmlns:p14="http://schemas.microsoft.com/office/powerpoint/2010/main" Requires="p14">
      <p:transition spd="slow" p14:dur="2500">
        <p:checker/>
        <p:sndAc>
          <p:stSnd>
            <p:snd r:embed="rId1" name="bomb.wav"/>
          </p:stSnd>
        </p:sndAc>
      </p:transition>
    </mc:Choice>
    <mc:Fallback>
      <p:transition spd="slow">
        <p:checker/>
        <p:sndAc>
          <p:stSnd>
            <p:snd r:embed="rId1" name="bomb.wav"/>
          </p:stSnd>
        </p:sndAc>
      </p:transition>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smtClean="0"/>
              <a:t>Click to edit Master title style</a:t>
            </a:r>
            <a:endParaRPr lang="en-US" dirty="0"/>
          </a:p>
        </p:txBody>
      </p:sp>
      <p:sp>
        <p:nvSpPr>
          <p:cNvPr id="23" name="Text Placeholder 9"/>
          <p:cNvSpPr>
            <a:spLocks noGrp="1"/>
          </p:cNvSpPr>
          <p:nvPr>
            <p:ph type="body" sz="quarter" idx="13"/>
          </p:nvPr>
        </p:nvSpPr>
        <p:spPr>
          <a:xfrm>
            <a:off x="1366139" y="3632200"/>
            <a:ext cx="722452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smtClean="0"/>
              <a:t>Click to edit Master text styles</a:t>
            </a:r>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DC3363CA-CBA6-41B2-AA47-03EF26127DA9}" type="datetime1">
              <a:rPr lang="en-US" smtClean="0"/>
              <a:t>6/23/2025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4CA9154-9BEA-4A2D-B9F0-1D72DAB22AB6}" type="slidenum">
              <a:rPr lang="en-US" smtClean="0"/>
              <a:t>‹#›</a:t>
            </a:fld>
            <a:endParaRPr lang="en-US"/>
          </a:p>
        </p:txBody>
      </p:sp>
      <p:sp>
        <p:nvSpPr>
          <p:cNvPr id="20" name="TextBox 19"/>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2" name="TextBox 21"/>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latin typeface="Arial"/>
              </a:rPr>
              <a:t>”</a:t>
            </a:r>
            <a:endParaRPr lang="en-US" dirty="0">
              <a:solidFill>
                <a:schemeClr val="accent1">
                  <a:lumMod val="60000"/>
                  <a:lumOff val="40000"/>
                </a:schemeClr>
              </a:solidFill>
              <a:latin typeface="Arial"/>
            </a:endParaRPr>
          </a:p>
        </p:txBody>
      </p:sp>
    </p:spTree>
    <p:extLst>
      <p:ext uri="{BB962C8B-B14F-4D97-AF65-F5344CB8AC3E}">
        <p14:creationId xmlns:p14="http://schemas.microsoft.com/office/powerpoint/2010/main" val="2882551092"/>
      </p:ext>
    </p:extLst>
  </p:cSld>
  <p:clrMapOvr>
    <a:masterClrMapping/>
  </p:clrMapOvr>
  <mc:AlternateContent xmlns:mc="http://schemas.openxmlformats.org/markup-compatibility/2006">
    <mc:Choice xmlns:p14="http://schemas.microsoft.com/office/powerpoint/2010/main" Requires="p14">
      <p:transition spd="slow" p14:dur="2500">
        <p:checker/>
        <p:sndAc>
          <p:stSnd>
            <p:snd r:embed="rId1" name="bomb.wav"/>
          </p:stSnd>
        </p:sndAc>
      </p:transition>
    </mc:Choice>
    <mc:Fallback>
      <p:transition spd="slow">
        <p:checker/>
        <p:sndAc>
          <p:stSnd>
            <p:snd r:embed="rId1" name="bomb.wav"/>
          </p:stSnd>
        </p:sndAc>
      </p:transition>
    </mc:Fallback>
  </mc:AlternateContent>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677335" y="1931988"/>
            <a:ext cx="8596668" cy="2595460"/>
          </a:xfrm>
        </p:spPr>
        <p:txBody>
          <a:bodyPr anchor="b">
            <a:normAutofit/>
          </a:bodyPr>
          <a:lstStyle>
            <a:lvl1pPr algn="l">
              <a:defRPr sz="4400" b="0" cap="none"/>
            </a:lvl1pPr>
          </a:lstStyle>
          <a:p>
            <a:r>
              <a:rPr lang="en-US" smtClean="0"/>
              <a:t>Click to edit Master title style</a:t>
            </a:r>
            <a:endParaRPr lang="en-US" dirty="0"/>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A3F5BB55-D2E1-46B4-A40C-6EB86F7C85EE}" type="datetime1">
              <a:rPr lang="en-US" smtClean="0"/>
              <a:t>6/23/2025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4CA9154-9BEA-4A2D-B9F0-1D72DAB22AB6}" type="slidenum">
              <a:rPr lang="en-US" smtClean="0"/>
              <a:t>‹#›</a:t>
            </a:fld>
            <a:endParaRPr lang="en-US"/>
          </a:p>
        </p:txBody>
      </p:sp>
    </p:spTree>
    <p:extLst>
      <p:ext uri="{BB962C8B-B14F-4D97-AF65-F5344CB8AC3E}">
        <p14:creationId xmlns:p14="http://schemas.microsoft.com/office/powerpoint/2010/main" val="3870737337"/>
      </p:ext>
    </p:extLst>
  </p:cSld>
  <p:clrMapOvr>
    <a:masterClrMapping/>
  </p:clrMapOvr>
  <mc:AlternateContent xmlns:mc="http://schemas.openxmlformats.org/markup-compatibility/2006">
    <mc:Choice xmlns:p14="http://schemas.microsoft.com/office/powerpoint/2010/main" Requires="p14">
      <p:transition spd="slow" p14:dur="2500">
        <p:checker/>
        <p:sndAc>
          <p:stSnd>
            <p:snd r:embed="rId1" name="bomb.wav"/>
          </p:stSnd>
        </p:sndAc>
      </p:transition>
    </mc:Choice>
    <mc:Fallback>
      <p:transition spd="slow">
        <p:checker/>
        <p:sndAc>
          <p:stSnd>
            <p:snd r:embed="rId1" name="bomb.wav"/>
          </p:stSnd>
        </p:sndAc>
      </p:transition>
    </mc:Fallback>
  </mc:AlternateContent>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smtClean="0"/>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tx1">
                    <a:lumMod val="75000"/>
                    <a:lumOff val="25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smtClean="0"/>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053D2C9F-5982-4861-B25C-0DE51E847BF0}" type="datetime1">
              <a:rPr lang="en-US" smtClean="0"/>
              <a:t>6/23/2025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4CA9154-9BEA-4A2D-B9F0-1D72DAB22AB6}" type="slidenum">
              <a:rPr lang="en-US" smtClean="0"/>
              <a:t>‹#›</a:t>
            </a:fld>
            <a:endParaRPr lang="en-US"/>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2309475786"/>
      </p:ext>
    </p:extLst>
  </p:cSld>
  <p:clrMapOvr>
    <a:masterClrMapping/>
  </p:clrMapOvr>
  <mc:AlternateContent xmlns:mc="http://schemas.openxmlformats.org/markup-compatibility/2006">
    <mc:Choice xmlns:p14="http://schemas.microsoft.com/office/powerpoint/2010/main" Requires="p14">
      <p:transition spd="slow" p14:dur="2500">
        <p:checker/>
        <p:sndAc>
          <p:stSnd>
            <p:snd r:embed="rId1" name="bomb.wav"/>
          </p:stSnd>
        </p:sndAc>
      </p:transition>
    </mc:Choice>
    <mc:Fallback>
      <p:transition spd="slow">
        <p:checker/>
        <p:sndAc>
          <p:stSnd>
            <p:snd r:embed="rId1" name="bomb.wav"/>
          </p:stSnd>
        </p:sndAc>
      </p:transition>
    </mc:Fallback>
  </mc:AlternateContent>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685799" y="609600"/>
            <a:ext cx="8588203" cy="3022600"/>
          </a:xfrm>
        </p:spPr>
        <p:txBody>
          <a:bodyPr anchor="ctr">
            <a:normAutofit/>
          </a:bodyPr>
          <a:lstStyle>
            <a:lvl1pPr algn="l">
              <a:defRPr sz="4400" b="0" cap="none"/>
            </a:lvl1pPr>
          </a:lstStyle>
          <a:p>
            <a:r>
              <a:rPr lang="en-US" smtClean="0"/>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smtClean="0"/>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D0B0E40-C1BF-4AF7-BD4D-E81EDF9D81D5}" type="datetime1">
              <a:rPr lang="en-US" smtClean="0"/>
              <a:t>6/23/2025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4CA9154-9BEA-4A2D-B9F0-1D72DAB22AB6}" type="slidenum">
              <a:rPr lang="en-US" smtClean="0"/>
              <a:t>‹#›</a:t>
            </a:fld>
            <a:endParaRPr lang="en-US"/>
          </a:p>
        </p:txBody>
      </p:sp>
    </p:spTree>
    <p:extLst>
      <p:ext uri="{BB962C8B-B14F-4D97-AF65-F5344CB8AC3E}">
        <p14:creationId xmlns:p14="http://schemas.microsoft.com/office/powerpoint/2010/main" val="2831570648"/>
      </p:ext>
    </p:extLst>
  </p:cSld>
  <p:clrMapOvr>
    <a:masterClrMapping/>
  </p:clrMapOvr>
  <mc:AlternateContent xmlns:mc="http://schemas.openxmlformats.org/markup-compatibility/2006">
    <mc:Choice xmlns:p14="http://schemas.microsoft.com/office/powerpoint/2010/main" Requires="p14">
      <p:transition spd="slow" p14:dur="2500">
        <p:checker/>
        <p:sndAc>
          <p:stSnd>
            <p:snd r:embed="rId1" name="bomb.wav"/>
          </p:stSnd>
        </p:sndAc>
      </p:transition>
    </mc:Choice>
    <mc:Fallback>
      <p:transition spd="slow">
        <p:checker/>
        <p:sndAc>
          <p:stSnd>
            <p:snd r:embed="rId1" name="bomb.wav"/>
          </p:stSnd>
        </p:sndAc>
      </p:transition>
    </mc:Fallback>
  </mc:AlternateContent>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5582973B-D296-4792-BD86-7797481CA5B8}" type="datetime1">
              <a:rPr lang="en-US" smtClean="0"/>
              <a:t>6/23/2025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4CA9154-9BEA-4A2D-B9F0-1D72DAB22AB6}" type="slidenum">
              <a:rPr lang="en-US" smtClean="0"/>
              <a:t>‹#›</a:t>
            </a:fld>
            <a:endParaRPr lang="en-US"/>
          </a:p>
        </p:txBody>
      </p:sp>
    </p:spTree>
    <p:extLst>
      <p:ext uri="{BB962C8B-B14F-4D97-AF65-F5344CB8AC3E}">
        <p14:creationId xmlns:p14="http://schemas.microsoft.com/office/powerpoint/2010/main" val="1146997625"/>
      </p:ext>
    </p:extLst>
  </p:cSld>
  <p:clrMapOvr>
    <a:masterClrMapping/>
  </p:clrMapOvr>
  <mc:AlternateContent xmlns:mc="http://schemas.openxmlformats.org/markup-compatibility/2006">
    <mc:Choice xmlns:p14="http://schemas.microsoft.com/office/powerpoint/2010/main" Requires="p14">
      <p:transition spd="slow" p14:dur="2500">
        <p:checker/>
        <p:sndAc>
          <p:stSnd>
            <p:snd r:embed="rId1" name="bomb.wav"/>
          </p:stSnd>
        </p:sndAc>
      </p:transition>
    </mc:Choice>
    <mc:Fallback>
      <p:transition spd="slow">
        <p:checker/>
        <p:sndAc>
          <p:stSnd>
            <p:snd r:embed="rId1" name="bomb.wav"/>
          </p:stSnd>
        </p:sndAc>
      </p:transition>
    </mc:Fallback>
  </mc:AlternateContent>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967673" y="609599"/>
            <a:ext cx="1304743" cy="5251451"/>
          </a:xfrm>
        </p:spPr>
        <p:txBody>
          <a:bodyPr vert="eaVert" anchor="ctr"/>
          <a:lstStyle/>
          <a:p>
            <a:r>
              <a:rPr lang="en-US" smtClean="0"/>
              <a:t>Click to edit Master title style</a:t>
            </a:r>
            <a:endParaRPr lang="en-US" dirty="0"/>
          </a:p>
        </p:txBody>
      </p:sp>
      <p:sp>
        <p:nvSpPr>
          <p:cNvPr id="3" name="Vertical Text Placeholder 2"/>
          <p:cNvSpPr>
            <a:spLocks noGrp="1"/>
          </p:cNvSpPr>
          <p:nvPr>
            <p:ph type="body" orient="vert" idx="1"/>
          </p:nvPr>
        </p:nvSpPr>
        <p:spPr>
          <a:xfrm>
            <a:off x="677335" y="609600"/>
            <a:ext cx="7060150" cy="5251450"/>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489DAD3A-EB34-4D5F-B1B8-50459183DA23}" type="datetime1">
              <a:rPr lang="en-US" smtClean="0"/>
              <a:t>6/23/2025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4CA9154-9BEA-4A2D-B9F0-1D72DAB22AB6}" type="slidenum">
              <a:rPr lang="en-US" smtClean="0"/>
              <a:t>‹#›</a:t>
            </a:fld>
            <a:endParaRPr lang="en-US"/>
          </a:p>
        </p:txBody>
      </p:sp>
    </p:spTree>
    <p:extLst>
      <p:ext uri="{BB962C8B-B14F-4D97-AF65-F5344CB8AC3E}">
        <p14:creationId xmlns:p14="http://schemas.microsoft.com/office/powerpoint/2010/main" val="4077651143"/>
      </p:ext>
    </p:extLst>
  </p:cSld>
  <p:clrMapOvr>
    <a:masterClrMapping/>
  </p:clrMapOvr>
  <mc:AlternateContent xmlns:mc="http://schemas.openxmlformats.org/markup-compatibility/2006">
    <mc:Choice xmlns:p14="http://schemas.microsoft.com/office/powerpoint/2010/main" Requires="p14">
      <p:transition spd="slow" p14:dur="2500">
        <p:checker/>
        <p:sndAc>
          <p:stSnd>
            <p:snd r:embed="rId1" name="bomb.wav"/>
          </p:stSnd>
        </p:sndAc>
      </p:transition>
    </mc:Choice>
    <mc:Fallback>
      <p:transition spd="slow">
        <p:checker/>
        <p:sndAc>
          <p:stSnd>
            <p:snd r:embed="rId1" name="bomb.wav"/>
          </p:stSnd>
        </p:sndAc>
      </p:transition>
    </mc:Fallback>
  </mc:AlternateConten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audio" Target="../media/audio1.wav"/><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1.jpe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7" name="Group 6"/>
          <p:cNvGrpSpPr/>
          <p:nvPr/>
        </p:nvGrpSpPr>
        <p:grpSpPr>
          <a:xfrm>
            <a:off x="0" y="-8467"/>
            <a:ext cx="12192000" cy="6866467"/>
            <a:chOff x="0" y="-8467"/>
            <a:chExt cx="12192000" cy="6866467"/>
          </a:xfrm>
        </p:grpSpPr>
        <p:cxnSp>
          <p:nvCxnSpPr>
            <p:cNvPr id="20" name="Straight Connector 19"/>
            <p:cNvCxnSpPr/>
            <p:nvPr/>
          </p:nvCxnSpPr>
          <p:spPr>
            <a:xfrm>
              <a:off x="9371012"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22"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Isosceles Triangle 23"/>
            <p:cNvSpPr/>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Isosceles Triangle 27"/>
            <p:cNvSpPr/>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9" name="Isosceles Triangle 28"/>
            <p:cNvSpPr/>
            <p:nvPr/>
          </p:nvSpPr>
          <p:spPr>
            <a:xfrm>
              <a:off x="0" y="4013200"/>
              <a:ext cx="448733" cy="2844800"/>
            </a:xfrm>
            <a:prstGeom prst="triangle">
              <a:avLst>
                <a:gd name="adj" fmla="val 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Placeholder 1"/>
          <p:cNvSpPr>
            <a:spLocks noGrp="1"/>
          </p:cNvSpPr>
          <p:nvPr>
            <p:ph type="title"/>
          </p:nvPr>
        </p:nvSpPr>
        <p:spPr>
          <a:xfrm>
            <a:off x="677334" y="609600"/>
            <a:ext cx="8596668" cy="1320800"/>
          </a:xfrm>
          <a:prstGeom prst="rect">
            <a:avLst/>
          </a:prstGeom>
        </p:spPr>
        <p:txBody>
          <a:bodyPr vert="horz" lIns="91440" tIns="45720" rIns="91440" bIns="45720" rtlCol="0" anchor="t">
            <a:normAutofit/>
          </a:bodyPr>
          <a:lstStyle/>
          <a:p>
            <a:r>
              <a:rPr lang="en-US" smtClean="0"/>
              <a:t>Click to edit Master title style</a:t>
            </a:r>
            <a:endParaRPr lang="en-US" dirty="0"/>
          </a:p>
        </p:txBody>
      </p:sp>
      <p:sp>
        <p:nvSpPr>
          <p:cNvPr id="3" name="Text Placeholder 2"/>
          <p:cNvSpPr>
            <a:spLocks noGrp="1"/>
          </p:cNvSpPr>
          <p:nvPr>
            <p:ph type="body" idx="1"/>
          </p:nvPr>
        </p:nvSpPr>
        <p:spPr>
          <a:xfrm>
            <a:off x="677334" y="2160589"/>
            <a:ext cx="8596668" cy="388077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2"/>
          </p:nvPr>
        </p:nvSpPr>
        <p:spPr>
          <a:xfrm>
            <a:off x="7205133" y="6041362"/>
            <a:ext cx="911939"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D018B36D-CD7A-4B1C-8C16-96C99636B094}" type="datetime1">
              <a:rPr lang="en-US" smtClean="0"/>
              <a:t>6/23/2025</a:t>
            </a:fld>
            <a:endParaRPr lang="en-US"/>
          </a:p>
        </p:txBody>
      </p:sp>
      <p:sp>
        <p:nvSpPr>
          <p:cNvPr id="5" name="Footer Placeholder 4"/>
          <p:cNvSpPr>
            <a:spLocks noGrp="1"/>
          </p:cNvSpPr>
          <p:nvPr>
            <p:ph type="ftr" sz="quarter" idx="3"/>
          </p:nvPr>
        </p:nvSpPr>
        <p:spPr>
          <a:xfrm>
            <a:off x="677334" y="6041362"/>
            <a:ext cx="6297612"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590663" y="6041362"/>
            <a:ext cx="683339" cy="365125"/>
          </a:xfrm>
          <a:prstGeom prst="rect">
            <a:avLst/>
          </a:prstGeom>
        </p:spPr>
        <p:txBody>
          <a:bodyPr vert="horz" lIns="91440" tIns="45720" rIns="91440" bIns="45720" rtlCol="0" anchor="ctr"/>
          <a:lstStyle>
            <a:lvl1pPr algn="r">
              <a:defRPr sz="900">
                <a:solidFill>
                  <a:schemeClr val="accent1"/>
                </a:solidFill>
              </a:defRPr>
            </a:lvl1pPr>
          </a:lstStyle>
          <a:p>
            <a:fld id="{14CA9154-9BEA-4A2D-B9F0-1D72DAB22AB6}" type="slidenum">
              <a:rPr lang="en-US" smtClean="0"/>
              <a:t>‹#›</a:t>
            </a:fld>
            <a:endParaRPr lang="en-US"/>
          </a:p>
        </p:txBody>
      </p:sp>
      <p:sp>
        <p:nvSpPr>
          <p:cNvPr id="8" name="Action Button: Forward or Next 7">
            <a:hlinkClick r:id="" action="ppaction://hlinkshowjump?jump=nextslide" highlightClick="1"/>
          </p:cNvPr>
          <p:cNvSpPr/>
          <p:nvPr userDrawn="1"/>
        </p:nvSpPr>
        <p:spPr>
          <a:xfrm>
            <a:off x="11053011" y="5791200"/>
            <a:ext cx="577515" cy="615287"/>
          </a:xfrm>
          <a:prstGeom prst="actionButtonForwardNex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Action Button: Back or Previous 8">
            <a:hlinkClick r:id="" action="ppaction://hlinkshowjump?jump=previousslide" highlightClick="1"/>
          </p:cNvPr>
          <p:cNvSpPr/>
          <p:nvPr userDrawn="1"/>
        </p:nvSpPr>
        <p:spPr>
          <a:xfrm>
            <a:off x="10186737" y="5887453"/>
            <a:ext cx="529389" cy="519034"/>
          </a:xfrm>
          <a:prstGeom prst="actionButtonBackPrevious">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0" name="Picture 9"/>
          <p:cNvPicPr>
            <a:picLocks noChangeAspect="1"/>
          </p:cNvPicPr>
          <p:nvPr userDrawn="1"/>
        </p:nvPicPr>
        <p:blipFill>
          <a:blip r:embed="rId19" cstate="print">
            <a:extLst>
              <a:ext uri="{28A0092B-C50C-407E-A947-70E740481C1C}">
                <a14:useLocalDpi xmlns:a14="http://schemas.microsoft.com/office/drawing/2010/main" val="0"/>
              </a:ext>
            </a:extLst>
          </a:blip>
          <a:stretch>
            <a:fillRect/>
          </a:stretch>
        </p:blipFill>
        <p:spPr>
          <a:xfrm>
            <a:off x="63554" y="123162"/>
            <a:ext cx="1167063" cy="1167063"/>
          </a:xfrm>
          <a:prstGeom prst="rect">
            <a:avLst/>
          </a:prstGeom>
        </p:spPr>
      </p:pic>
    </p:spTree>
    <p:extLst>
      <p:ext uri="{BB962C8B-B14F-4D97-AF65-F5344CB8AC3E}">
        <p14:creationId xmlns:p14="http://schemas.microsoft.com/office/powerpoint/2010/main" val="607095850"/>
      </p:ext>
    </p:extLst>
  </p:cSld>
  <p:clrMap bg1="lt1" tx1="dk1" bg2="lt2" tx2="dk2" accent1="accent1" accent2="accent2" accent3="accent3" accent4="accent4" accent5="accent5" accent6="accent6" hlink="hlink" folHlink="folHlink"/>
  <p:sldLayoutIdLst>
    <p:sldLayoutId id="2147483787" r:id="rId1"/>
    <p:sldLayoutId id="2147483788" r:id="rId2"/>
    <p:sldLayoutId id="2147483789" r:id="rId3"/>
    <p:sldLayoutId id="2147483790" r:id="rId4"/>
    <p:sldLayoutId id="2147483791" r:id="rId5"/>
    <p:sldLayoutId id="2147483792" r:id="rId6"/>
    <p:sldLayoutId id="2147483793" r:id="rId7"/>
    <p:sldLayoutId id="2147483794" r:id="rId8"/>
    <p:sldLayoutId id="2147483795" r:id="rId9"/>
    <p:sldLayoutId id="2147483796" r:id="rId10"/>
    <p:sldLayoutId id="2147483797" r:id="rId11"/>
    <p:sldLayoutId id="2147483798" r:id="rId12"/>
    <p:sldLayoutId id="2147483799" r:id="rId13"/>
    <p:sldLayoutId id="2147483800" r:id="rId14"/>
    <p:sldLayoutId id="2147483801" r:id="rId15"/>
    <p:sldLayoutId id="2147483802" r:id="rId16"/>
  </p:sldLayoutIdLst>
  <mc:AlternateContent xmlns:mc="http://schemas.openxmlformats.org/markup-compatibility/2006">
    <mc:Choice xmlns:p14="http://schemas.microsoft.com/office/powerpoint/2010/main" Requires="p14">
      <p:transition spd="slow" p14:dur="2500">
        <p:checker/>
        <p:sndAc>
          <p:stSnd>
            <p:snd r:embed="rId18" name="bomb.wav"/>
          </p:stSnd>
        </p:sndAc>
      </p:transition>
    </mc:Choice>
    <mc:Fallback>
      <p:transition spd="slow">
        <p:checker/>
        <p:sndAc>
          <p:stSnd>
            <p:snd r:embed="rId18" name="bomb.wav"/>
          </p:stSnd>
        </p:sndAc>
      </p:transition>
    </mc:Fallback>
  </mc:AlternateContent>
  <p:hf sldNum="0" hdr="0" ftr="0"/>
  <p:txStyles>
    <p:title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hyperlink" Target="file:///C:\Users\User\Desktop\Design_For_BG.jpg" TargetMode="External"/><Relationship Id="rId2" Type="http://schemas.openxmlformats.org/officeDocument/2006/relationships/audio" Target="../media/audio1.wav"/><Relationship Id="rId1" Type="http://schemas.openxmlformats.org/officeDocument/2006/relationships/slideLayout" Target="../slideLayouts/slideLayout3.xml"/></Relationships>
</file>

<file path=ppt/slides/_rels/slide2.xml.rels><?xml version="1.0" encoding="UTF-8" standalone="yes"?>
<Relationships xmlns="http://schemas.openxmlformats.org/package/2006/relationships"><Relationship Id="rId3" Type="http://schemas.openxmlformats.org/officeDocument/2006/relationships/audio" Target="../media/audio1.wav"/><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audio" Target="../media/audio1.wav"/><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audio" Target="../media/audio1.wav"/><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audio" Target="../media/audio1.wav"/><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audio" Target="../media/audio1.wav"/><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audio" Target="../media/audio1.wav"/><Relationship Id="rId1" Type="http://schemas.openxmlformats.org/officeDocument/2006/relationships/slideLayout" Target="../slideLayouts/slideLayout9.xml"/></Relationships>
</file>

<file path=ppt/slides/_rels/slide8.xml.rels><?xml version="1.0" encoding="UTF-8" standalone="yes"?>
<Relationships xmlns="http://schemas.openxmlformats.org/package/2006/relationships"><Relationship Id="rId2" Type="http://schemas.openxmlformats.org/officeDocument/2006/relationships/audio" Target="../media/audio1.wav"/><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audio" Target="../media/audio1.wav"/><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audio" Target="../media/audio1.wav"/><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Introduction To Information Technology</a:t>
            </a:r>
            <a:endParaRPr lang="en-US" dirty="0"/>
          </a:p>
        </p:txBody>
      </p:sp>
      <p:sp>
        <p:nvSpPr>
          <p:cNvPr id="3" name="Text Placeholder 2"/>
          <p:cNvSpPr>
            <a:spLocks noGrp="1"/>
          </p:cNvSpPr>
          <p:nvPr>
            <p:ph type="body" idx="1"/>
          </p:nvPr>
        </p:nvSpPr>
        <p:spPr/>
        <p:txBody>
          <a:bodyPr/>
          <a:lstStyle/>
          <a:p>
            <a:r>
              <a:rPr lang="en-US" dirty="0" smtClean="0"/>
              <a:t>Hardware And Software</a:t>
            </a:r>
            <a:endParaRPr lang="en-US" dirty="0"/>
          </a:p>
        </p:txBody>
      </p:sp>
      <p:sp>
        <p:nvSpPr>
          <p:cNvPr id="9" name="Date Placeholder 8"/>
          <p:cNvSpPr>
            <a:spLocks noGrp="1"/>
          </p:cNvSpPr>
          <p:nvPr>
            <p:ph type="dt" sz="half" idx="10"/>
          </p:nvPr>
        </p:nvSpPr>
        <p:spPr/>
        <p:txBody>
          <a:bodyPr/>
          <a:lstStyle/>
          <a:p>
            <a:fld id="{13C696AA-2A55-4805-A207-EE7FB9C7FF4A}" type="datetime1">
              <a:rPr lang="en-US" smtClean="0"/>
              <a:t>6/23/2025</a:t>
            </a:fld>
            <a:endParaRPr lang="en-US"/>
          </a:p>
        </p:txBody>
      </p:sp>
      <p:sp>
        <p:nvSpPr>
          <p:cNvPr id="10" name="Action Button: Forward or Next 9">
            <a:hlinkClick r:id="" action="ppaction://hlinkshowjump?jump=endshow" highlightClick="1"/>
          </p:cNvPr>
          <p:cNvSpPr/>
          <p:nvPr/>
        </p:nvSpPr>
        <p:spPr>
          <a:xfrm>
            <a:off x="8117072" y="4527448"/>
            <a:ext cx="1156931" cy="860400"/>
          </a:xfrm>
          <a:prstGeom prst="actionButtonForwardNex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12-Point Star 10">
            <a:hlinkClick r:id="rId3" action="ppaction://hlinkfile"/>
          </p:cNvPr>
          <p:cNvSpPr/>
          <p:nvPr/>
        </p:nvSpPr>
        <p:spPr>
          <a:xfrm>
            <a:off x="5993553" y="5387848"/>
            <a:ext cx="1211580" cy="1257300"/>
          </a:xfrm>
          <a:prstGeom prst="star12">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057520276"/>
      </p:ext>
    </p:extLst>
  </p:cSld>
  <p:clrMapOvr>
    <a:masterClrMapping/>
  </p:clrMapOvr>
  <mc:AlternateContent xmlns:mc="http://schemas.openxmlformats.org/markup-compatibility/2006">
    <mc:Choice xmlns:p14="http://schemas.microsoft.com/office/powerpoint/2010/main" Requires="p14">
      <p:transition spd="slow" p14:dur="2500">
        <p:checker/>
        <p:sndAc>
          <p:stSnd>
            <p:snd r:embed="rId2" name="bomb.wav"/>
          </p:stSnd>
        </p:sndAc>
      </p:transition>
    </mc:Choice>
    <mc:Fallback>
      <p:transition spd="slow">
        <p:checker/>
        <p:sndAc>
          <p:stSnd>
            <p:snd r:embed="rId2" name="bomb.wav"/>
          </p:stSnd>
        </p:sndAc>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4" fill="hold" grpId="0" nodeType="with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750" fill="hold"/>
                                        <p:tgtEl>
                                          <p:spTgt spid="2"/>
                                        </p:tgtEl>
                                        <p:attrNameLst>
                                          <p:attrName>ppt_x</p:attrName>
                                        </p:attrNameLst>
                                      </p:cBhvr>
                                      <p:tavLst>
                                        <p:tav tm="0">
                                          <p:val>
                                            <p:strVal val="#ppt_x"/>
                                          </p:val>
                                        </p:tav>
                                        <p:tav tm="100000">
                                          <p:val>
                                            <p:strVal val="#ppt_x"/>
                                          </p:val>
                                        </p:tav>
                                      </p:tavLst>
                                    </p:anim>
                                    <p:anim calcmode="lin" valueType="num">
                                      <p:cBhvr additive="base">
                                        <p:cTn id="8" dur="750" fill="hold"/>
                                        <p:tgtEl>
                                          <p:spTgt spid="2"/>
                                        </p:tgtEl>
                                        <p:attrNameLst>
                                          <p:attrName>ppt_y</p:attrName>
                                        </p:attrNameLst>
                                      </p:cBhvr>
                                      <p:tavLst>
                                        <p:tav tm="0">
                                          <p:val>
                                            <p:strVal val="1+#ppt_h/2"/>
                                          </p:val>
                                        </p:tav>
                                        <p:tav tm="100000">
                                          <p:val>
                                            <p:strVal val="#ppt_y"/>
                                          </p:val>
                                        </p:tav>
                                      </p:tavLst>
                                    </p:anim>
                                  </p:childTnLst>
                                </p:cTn>
                              </p:par>
                              <p:par>
                                <p:cTn id="9" presetID="14" presetClass="entr" presetSubtype="10" fill="hold" grpId="0" nodeType="withEffect">
                                  <p:stCondLst>
                                    <p:cond delay="0"/>
                                  </p:stCondLst>
                                  <p:childTnLst>
                                    <p:set>
                                      <p:cBhvr>
                                        <p:cTn id="10" dur="1" fill="hold">
                                          <p:stCondLst>
                                            <p:cond delay="0"/>
                                          </p:stCondLst>
                                        </p:cTn>
                                        <p:tgtEl>
                                          <p:spTgt spid="3">
                                            <p:txEl>
                                              <p:pRg st="0" end="0"/>
                                            </p:txEl>
                                          </p:spTgt>
                                        </p:tgtEl>
                                        <p:attrNameLst>
                                          <p:attrName>style.visibility</p:attrName>
                                        </p:attrNameLst>
                                      </p:cBhvr>
                                      <p:to>
                                        <p:strVal val="visible"/>
                                      </p:to>
                                    </p:set>
                                    <p:animEffect transition="in" filter="randombar(horizontal)">
                                      <p:cBhvr>
                                        <p:cTn id="11" dur="500"/>
                                        <p:tgtEl>
                                          <p:spTgt spid="3">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build="p"/>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smtClean="0"/>
              <a:t>Introduction to computer</a:t>
            </a:r>
            <a:endParaRPr lang="en-US" dirty="0"/>
          </a:p>
        </p:txBody>
      </p:sp>
      <p:sp>
        <p:nvSpPr>
          <p:cNvPr id="3" name="Subtitle 2"/>
          <p:cNvSpPr>
            <a:spLocks noGrp="1"/>
          </p:cNvSpPr>
          <p:nvPr>
            <p:ph type="subTitle" idx="1"/>
          </p:nvPr>
        </p:nvSpPr>
        <p:spPr/>
        <p:txBody>
          <a:bodyPr/>
          <a:lstStyle/>
          <a:p>
            <a:r>
              <a:rPr lang="en-US" dirty="0" smtClean="0"/>
              <a:t>Computer is an electronic semi-automatic device that takes input from the users process it and give output.</a:t>
            </a:r>
            <a:endParaRPr lang="en-US" dirty="0"/>
          </a:p>
        </p:txBody>
      </p:sp>
      <p:sp>
        <p:nvSpPr>
          <p:cNvPr id="5" name="Date Placeholder 4"/>
          <p:cNvSpPr>
            <a:spLocks noGrp="1"/>
          </p:cNvSpPr>
          <p:nvPr>
            <p:ph type="dt" sz="half" idx="10"/>
          </p:nvPr>
        </p:nvSpPr>
        <p:spPr/>
        <p:txBody>
          <a:bodyPr/>
          <a:lstStyle/>
          <a:p>
            <a:fld id="{3975065C-1A8E-400F-804B-523BB20AFDCA}" type="datetime1">
              <a:rPr lang="en-US" smtClean="0"/>
              <a:t>6/23/2025</a:t>
            </a:fld>
            <a:endParaRPr lang="en-US"/>
          </a:p>
        </p:txBody>
      </p:sp>
    </p:spTree>
    <p:extLst>
      <p:ext uri="{BB962C8B-B14F-4D97-AF65-F5344CB8AC3E}">
        <p14:creationId xmlns:p14="http://schemas.microsoft.com/office/powerpoint/2010/main" val="3793285137"/>
      </p:ext>
    </p:extLst>
  </p:cSld>
  <p:clrMapOvr>
    <a:masterClrMapping/>
  </p:clrMapOvr>
  <mc:AlternateContent xmlns:mc="http://schemas.openxmlformats.org/markup-compatibility/2006">
    <mc:Choice xmlns:p14="http://schemas.microsoft.com/office/powerpoint/2010/main" Requires="p14">
      <p:transition spd="slow" p14:dur="2500">
        <p:checker/>
        <p:sndAc>
          <p:stSnd>
            <p:snd r:embed="rId3" name="bomb.wav"/>
          </p:stSnd>
        </p:sndAc>
      </p:transition>
    </mc:Choice>
    <mc:Fallback>
      <p:transition spd="slow">
        <p:checker/>
        <p:sndAc>
          <p:stSnd>
            <p:snd r:embed="rId3" name="bomb.wav"/>
          </p:stSnd>
        </p:sndAc>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5" presetClass="emph" presetSubtype="0" fill="hold" grpId="0" nodeType="withEffect">
                                  <p:stCondLst>
                                    <p:cond delay="0"/>
                                  </p:stCondLst>
                                  <p:childTnLst>
                                    <p:animClr clrSpc="hsl" dir="cw">
                                      <p:cBhvr override="childStyle">
                                        <p:cTn id="6" dur="500" fill="hold"/>
                                        <p:tgtEl>
                                          <p:spTgt spid="2"/>
                                        </p:tgtEl>
                                        <p:attrNameLst>
                                          <p:attrName>style.color</p:attrName>
                                        </p:attrNameLst>
                                      </p:cBhvr>
                                      <p:by>
                                        <p:hsl h="0" s="-70588" l="0"/>
                                      </p:by>
                                    </p:animClr>
                                    <p:animClr clrSpc="hsl" dir="cw">
                                      <p:cBhvr>
                                        <p:cTn id="7" dur="500" fill="hold"/>
                                        <p:tgtEl>
                                          <p:spTgt spid="2"/>
                                        </p:tgtEl>
                                        <p:attrNameLst>
                                          <p:attrName>fillcolor</p:attrName>
                                        </p:attrNameLst>
                                      </p:cBhvr>
                                      <p:by>
                                        <p:hsl h="0" s="-70588" l="0"/>
                                      </p:by>
                                    </p:animClr>
                                    <p:animClr clrSpc="hsl" dir="cw">
                                      <p:cBhvr>
                                        <p:cTn id="8" dur="500" fill="hold"/>
                                        <p:tgtEl>
                                          <p:spTgt spid="2"/>
                                        </p:tgtEl>
                                        <p:attrNameLst>
                                          <p:attrName>stroke.color</p:attrName>
                                        </p:attrNameLst>
                                      </p:cBhvr>
                                      <p:by>
                                        <p:hsl h="0" s="-70588" l="0"/>
                                      </p:by>
                                    </p:animClr>
                                    <p:set>
                                      <p:cBhvr>
                                        <p:cTn id="9" dur="500" fill="hold"/>
                                        <p:tgtEl>
                                          <p:spTgt spid="2"/>
                                        </p:tgtEl>
                                        <p:attrNameLst>
                                          <p:attrName>fill.type</p:attrName>
                                        </p:attrNameLst>
                                      </p:cBhvr>
                                      <p:to>
                                        <p:strVal val="solid"/>
                                      </p:to>
                                    </p:set>
                                  </p:childTnLst>
                                </p:cTn>
                              </p:par>
                              <p:par>
                                <p:cTn id="10" presetID="42" presetClass="exit" presetSubtype="0" fill="hold" grpId="1" nodeType="withEffect">
                                  <p:stCondLst>
                                    <p:cond delay="0"/>
                                  </p:stCondLst>
                                  <p:childTnLst>
                                    <p:animEffect transition="out" filter="fade">
                                      <p:cBhvr>
                                        <p:cTn id="11" dur="1000"/>
                                        <p:tgtEl>
                                          <p:spTgt spid="2"/>
                                        </p:tgtEl>
                                      </p:cBhvr>
                                    </p:animEffect>
                                    <p:anim calcmode="lin" valueType="num">
                                      <p:cBhvr>
                                        <p:cTn id="12" dur="1000"/>
                                        <p:tgtEl>
                                          <p:spTgt spid="2"/>
                                        </p:tgtEl>
                                        <p:attrNameLst>
                                          <p:attrName>ppt_x</p:attrName>
                                        </p:attrNameLst>
                                      </p:cBhvr>
                                      <p:tavLst>
                                        <p:tav tm="0">
                                          <p:val>
                                            <p:strVal val="ppt_x"/>
                                          </p:val>
                                        </p:tav>
                                        <p:tav tm="100000">
                                          <p:val>
                                            <p:strVal val="ppt_x"/>
                                          </p:val>
                                        </p:tav>
                                      </p:tavLst>
                                    </p:anim>
                                    <p:anim calcmode="lin" valueType="num">
                                      <p:cBhvr>
                                        <p:cTn id="13" dur="1000"/>
                                        <p:tgtEl>
                                          <p:spTgt spid="2"/>
                                        </p:tgtEl>
                                        <p:attrNameLst>
                                          <p:attrName>ppt_y</p:attrName>
                                        </p:attrNameLst>
                                      </p:cBhvr>
                                      <p:tavLst>
                                        <p:tav tm="0">
                                          <p:val>
                                            <p:strVal val="ppt_y"/>
                                          </p:val>
                                        </p:tav>
                                        <p:tav tm="100000">
                                          <p:val>
                                            <p:strVal val="ppt_y+.1"/>
                                          </p:val>
                                        </p:tav>
                                      </p:tavLst>
                                    </p:anim>
                                    <p:set>
                                      <p:cBhvr>
                                        <p:cTn id="14" dur="1" fill="hold">
                                          <p:stCondLst>
                                            <p:cond delay="999"/>
                                          </p:stCondLst>
                                        </p:cTn>
                                        <p:tgtEl>
                                          <p:spTgt spid="2"/>
                                        </p:tgtEl>
                                        <p:attrNameLst>
                                          <p:attrName>style.visibility</p:attrName>
                                        </p:attrNameLst>
                                      </p:cBhvr>
                                      <p:to>
                                        <p:strVal val="hidden"/>
                                      </p:to>
                                    </p:set>
                                  </p:childTnLst>
                                </p:cTn>
                              </p:par>
                              <p:par>
                                <p:cTn id="15" presetID="16" presetClass="emph" presetSubtype="0" fill="hold" grpId="0" nodeType="withEffect">
                                  <p:stCondLst>
                                    <p:cond delay="0"/>
                                  </p:stCondLst>
                                  <p:iterate type="lt">
                                    <p:tmPct val="4000"/>
                                  </p:iterate>
                                  <p:childTnLst>
                                    <p:set>
                                      <p:cBhvr override="childStyle">
                                        <p:cTn id="16" dur="500" fill="hold"/>
                                        <p:tgtEl>
                                          <p:spTgt spid="3">
                                            <p:txEl>
                                              <p:pRg st="0" end="0"/>
                                            </p:txEl>
                                          </p:spTgt>
                                        </p:tgtEl>
                                        <p:attrNameLst>
                                          <p:attrName>style.color</p:attrName>
                                        </p:attrNameLst>
                                      </p:cBhvr>
                                      <p:to>
                                        <p:clrVal>
                                          <a:srgbClr val="C42F1A"/>
                                        </p:clrVal>
                                      </p:to>
                                    </p:set>
                                    <p:set>
                                      <p:cBhvr>
                                        <p:cTn id="17" dur="500" fill="hold"/>
                                        <p:tgtEl>
                                          <p:spTgt spid="3">
                                            <p:txEl>
                                              <p:pRg st="0" end="0"/>
                                            </p:txEl>
                                          </p:spTgt>
                                        </p:tgtEl>
                                        <p:attrNameLst>
                                          <p:attrName>fillcolor</p:attrName>
                                        </p:attrNameLst>
                                      </p:cBhvr>
                                      <p:to>
                                        <p:clrVal>
                                          <a:srgbClr val="C42F1A"/>
                                        </p:clrVal>
                                      </p:to>
                                    </p:set>
                                    <p:set>
                                      <p:cBhvr>
                                        <p:cTn id="18" dur="500" fill="hold"/>
                                        <p:tgtEl>
                                          <p:spTgt spid="3">
                                            <p:txEl>
                                              <p:pRg st="0" end="0"/>
                                            </p:txEl>
                                          </p:spTgt>
                                        </p:tgtEl>
                                        <p:attrNameLst>
                                          <p:attrName>fill.type</p:attrName>
                                        </p:attrNameLst>
                                      </p:cBhvr>
                                      <p:to>
                                        <p:strVal val="solid"/>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2" grpId="1"/>
      <p:bldP spid="3" grpId="0" build="p"/>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Input Devices</a:t>
            </a:r>
            <a:endParaRPr lang="en-US" dirty="0"/>
          </a:p>
        </p:txBody>
      </p:sp>
      <p:sp>
        <p:nvSpPr>
          <p:cNvPr id="3" name="Content Placeholder 2"/>
          <p:cNvSpPr>
            <a:spLocks noGrp="1"/>
          </p:cNvSpPr>
          <p:nvPr>
            <p:ph idx="1"/>
          </p:nvPr>
        </p:nvSpPr>
        <p:spPr/>
        <p:txBody>
          <a:bodyPr/>
          <a:lstStyle/>
          <a:p>
            <a:pPr>
              <a:defRPr/>
            </a:pPr>
            <a:r>
              <a:rPr lang="en-US" altLang="en-US" b="1" dirty="0">
                <a:solidFill>
                  <a:srgbClr val="336600"/>
                </a:solidFill>
              </a:rPr>
              <a:t>Input</a:t>
            </a:r>
            <a:r>
              <a:rPr lang="en-US" altLang="en-US" b="1" dirty="0">
                <a:solidFill>
                  <a:srgbClr val="2A5400"/>
                </a:solidFill>
              </a:rPr>
              <a:t> </a:t>
            </a:r>
            <a:r>
              <a:rPr lang="en-US" altLang="en-US" dirty="0"/>
              <a:t>is all information put into a computer. Input can be supplied from a variety of sources:</a:t>
            </a:r>
          </a:p>
          <a:p>
            <a:pPr>
              <a:defRPr/>
            </a:pPr>
            <a:r>
              <a:rPr lang="en-US" altLang="en-US" dirty="0"/>
              <a:t>Keyboard</a:t>
            </a:r>
          </a:p>
          <a:p>
            <a:pPr>
              <a:defRPr/>
            </a:pPr>
            <a:r>
              <a:rPr lang="en-US" altLang="en-US" dirty="0"/>
              <a:t>Mouse</a:t>
            </a:r>
          </a:p>
          <a:p>
            <a:pPr>
              <a:defRPr/>
            </a:pPr>
            <a:r>
              <a:rPr lang="en-US" altLang="en-US" dirty="0"/>
              <a:t>Scanner</a:t>
            </a:r>
          </a:p>
          <a:p>
            <a:pPr>
              <a:defRPr/>
            </a:pPr>
            <a:r>
              <a:rPr lang="en-US" altLang="en-US" dirty="0"/>
              <a:t>Light pen</a:t>
            </a:r>
          </a:p>
          <a:p>
            <a:pPr>
              <a:defRPr/>
            </a:pPr>
            <a:r>
              <a:rPr lang="en-US" altLang="en-US" dirty="0"/>
              <a:t>mic</a:t>
            </a:r>
          </a:p>
          <a:p>
            <a:endParaRPr lang="en-US" dirty="0"/>
          </a:p>
        </p:txBody>
      </p:sp>
      <p:sp>
        <p:nvSpPr>
          <p:cNvPr id="4" name="Date Placeholder 3"/>
          <p:cNvSpPr>
            <a:spLocks noGrp="1"/>
          </p:cNvSpPr>
          <p:nvPr>
            <p:ph type="dt" sz="half" idx="10"/>
          </p:nvPr>
        </p:nvSpPr>
        <p:spPr/>
        <p:txBody>
          <a:bodyPr/>
          <a:lstStyle/>
          <a:p>
            <a:fld id="{FD5BE507-F56C-4C55-AD52-9521E4BD84D5}" type="datetime1">
              <a:rPr lang="en-US" smtClean="0"/>
              <a:t>6/23/2025</a:t>
            </a:fld>
            <a:endParaRPr lang="en-US"/>
          </a:p>
        </p:txBody>
      </p:sp>
    </p:spTree>
    <p:extLst>
      <p:ext uri="{BB962C8B-B14F-4D97-AF65-F5344CB8AC3E}">
        <p14:creationId xmlns:p14="http://schemas.microsoft.com/office/powerpoint/2010/main" val="2210519613"/>
      </p:ext>
    </p:extLst>
  </p:cSld>
  <p:clrMapOvr>
    <a:masterClrMapping/>
  </p:clrMapOvr>
  <mc:AlternateContent xmlns:mc="http://schemas.openxmlformats.org/markup-compatibility/2006">
    <mc:Choice xmlns:p14="http://schemas.microsoft.com/office/powerpoint/2010/main" Requires="p14">
      <p:transition spd="slow" p14:dur="2500">
        <p:checker/>
        <p:sndAc>
          <p:stSnd>
            <p:snd r:embed="rId2" name="bomb.wav"/>
          </p:stSnd>
        </p:sndAc>
      </p:transition>
    </mc:Choice>
    <mc:Fallback>
      <p:transition spd="slow">
        <p:checker/>
        <p:sndAc>
          <p:stSnd>
            <p:snd r:embed="rId2" name="bomb.wav"/>
          </p:stSnd>
        </p:sndAc>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7" presetClass="path" presetSubtype="0" accel="50000" decel="50000" fill="hold" grpId="0" nodeType="clickEffect">
                                  <p:stCondLst>
                                    <p:cond delay="0"/>
                                  </p:stCondLst>
                                  <p:childTnLst>
                                    <p:animMotion origin="layout" path="M 0 0 L 0.067 0.04 C 0.081 0.049 0.102 0.054 0.124 0.054 C 0.149 0.054 0.169 0.049 0.183 0.04 L 0.25 0 E" pathEditMode="relative" ptsTypes="">
                                      <p:cBhvr>
                                        <p:cTn id="6" dur="2000" fill="hold"/>
                                        <p:tgtEl>
                                          <p:spTgt spid="2"/>
                                        </p:tgtEl>
                                        <p:attrNameLst>
                                          <p:attrName>ppt_x</p:attrName>
                                          <p:attrName>ppt_y</p:attrName>
                                        </p:attrNameLst>
                                      </p:cBhvr>
                                    </p:animMotion>
                                  </p:childTnLst>
                                </p:cTn>
                              </p:par>
                              <p:par>
                                <p:cTn id="7" presetID="34" presetClass="emph" presetSubtype="0" fill="hold" grpId="0" nodeType="withEffect">
                                  <p:stCondLst>
                                    <p:cond delay="0"/>
                                  </p:stCondLst>
                                  <p:iterate type="lt">
                                    <p:tmPct val="10000"/>
                                  </p:iterate>
                                  <p:childTnLst>
                                    <p:animMotion origin="layout" path="M 0.0 0.0 L 0.0 -0.07213" pathEditMode="relative" ptsTypes="">
                                      <p:cBhvr>
                                        <p:cTn id="8" dur="250" accel="50000" decel="50000" autoRev="1" fill="hold">
                                          <p:stCondLst>
                                            <p:cond delay="0"/>
                                          </p:stCondLst>
                                        </p:cTn>
                                        <p:tgtEl>
                                          <p:spTgt spid="3"/>
                                        </p:tgtEl>
                                        <p:attrNameLst>
                                          <p:attrName>ppt_x</p:attrName>
                                          <p:attrName>ppt_y</p:attrName>
                                        </p:attrNameLst>
                                      </p:cBhvr>
                                    </p:animMotion>
                                    <p:animRot by="1500000">
                                      <p:cBhvr>
                                        <p:cTn id="9" dur="125" fill="hold">
                                          <p:stCondLst>
                                            <p:cond delay="0"/>
                                          </p:stCondLst>
                                        </p:cTn>
                                        <p:tgtEl>
                                          <p:spTgt spid="3"/>
                                        </p:tgtEl>
                                        <p:attrNameLst>
                                          <p:attrName>r</p:attrName>
                                        </p:attrNameLst>
                                      </p:cBhvr>
                                    </p:animRot>
                                    <p:animRot by="-1500000">
                                      <p:cBhvr>
                                        <p:cTn id="10" dur="125" fill="hold">
                                          <p:stCondLst>
                                            <p:cond delay="125"/>
                                          </p:stCondLst>
                                        </p:cTn>
                                        <p:tgtEl>
                                          <p:spTgt spid="3"/>
                                        </p:tgtEl>
                                        <p:attrNameLst>
                                          <p:attrName>r</p:attrName>
                                        </p:attrNameLst>
                                      </p:cBhvr>
                                    </p:animRot>
                                    <p:animRot by="-1500000">
                                      <p:cBhvr>
                                        <p:cTn id="11" dur="125" fill="hold">
                                          <p:stCondLst>
                                            <p:cond delay="250"/>
                                          </p:stCondLst>
                                        </p:cTn>
                                        <p:tgtEl>
                                          <p:spTgt spid="3"/>
                                        </p:tgtEl>
                                        <p:attrNameLst>
                                          <p:attrName>r</p:attrName>
                                        </p:attrNameLst>
                                      </p:cBhvr>
                                    </p:animRot>
                                    <p:animRot by="1500000">
                                      <p:cBhvr>
                                        <p:cTn id="12" dur="125" fill="hold">
                                          <p:stCondLst>
                                            <p:cond delay="375"/>
                                          </p:stCondLst>
                                        </p:cTn>
                                        <p:tgtEl>
                                          <p:spTgt spid="3"/>
                                        </p:tgtEl>
                                        <p:attrNameLst>
                                          <p:attrName>r</p:attrName>
                                        </p:attrNameLst>
                                      </p:cBhvr>
                                    </p:animRo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US" dirty="0" smtClean="0"/>
              <a:t>Storage Technology</a:t>
            </a:r>
            <a:endParaRPr lang="en-US" dirty="0"/>
          </a:p>
        </p:txBody>
      </p:sp>
      <p:sp>
        <p:nvSpPr>
          <p:cNvPr id="3" name="Content Placeholder 2"/>
          <p:cNvSpPr>
            <a:spLocks noGrp="1"/>
          </p:cNvSpPr>
          <p:nvPr>
            <p:ph sz="half" idx="1"/>
          </p:nvPr>
        </p:nvSpPr>
        <p:spPr/>
        <p:txBody>
          <a:bodyPr>
            <a:noAutofit/>
          </a:bodyPr>
          <a:lstStyle/>
          <a:p>
            <a:r>
              <a:rPr lang="en-US" altLang="en-US" sz="3200" b="1" dirty="0" smtClean="0">
                <a:solidFill>
                  <a:srgbClr val="336600"/>
                </a:solidFill>
              </a:rPr>
              <a:t>Magnetic storage devices</a:t>
            </a:r>
            <a:r>
              <a:rPr lang="en-US" altLang="en-US" sz="3200" dirty="0" smtClean="0"/>
              <a:t> store data by magnetizing particles on a disk or tape. They have a limited life-span of 1 to 5 years, depending on the device.</a:t>
            </a:r>
          </a:p>
          <a:p>
            <a:endParaRPr lang="en-US" sz="3200" dirty="0"/>
          </a:p>
        </p:txBody>
      </p:sp>
      <p:sp>
        <p:nvSpPr>
          <p:cNvPr id="4" name="Content Placeholder 3"/>
          <p:cNvSpPr>
            <a:spLocks noGrp="1"/>
          </p:cNvSpPr>
          <p:nvPr>
            <p:ph sz="half" idx="2"/>
          </p:nvPr>
        </p:nvSpPr>
        <p:spPr/>
        <p:txBody>
          <a:bodyPr/>
          <a:lstStyle/>
          <a:p>
            <a:r>
              <a:rPr lang="en-US" altLang="en-US" b="1" dirty="0" smtClean="0">
                <a:solidFill>
                  <a:srgbClr val="336600"/>
                </a:solidFill>
              </a:rPr>
              <a:t>Optical storage devices</a:t>
            </a:r>
            <a:r>
              <a:rPr lang="en-US" altLang="en-US" dirty="0" smtClean="0"/>
              <a:t> store data as light and dark spots on the disk surface. They have an unlimited life-span</a:t>
            </a:r>
            <a:endParaRPr lang="en-US" dirty="0"/>
          </a:p>
        </p:txBody>
      </p:sp>
      <p:sp>
        <p:nvSpPr>
          <p:cNvPr id="5" name="Date Placeholder 4"/>
          <p:cNvSpPr>
            <a:spLocks noGrp="1"/>
          </p:cNvSpPr>
          <p:nvPr>
            <p:ph type="dt" sz="half" idx="10"/>
          </p:nvPr>
        </p:nvSpPr>
        <p:spPr/>
        <p:txBody>
          <a:bodyPr/>
          <a:lstStyle/>
          <a:p>
            <a:fld id="{065CFF48-48BB-461A-A717-E018F46315BB}" type="datetime1">
              <a:rPr lang="en-US" smtClean="0"/>
              <a:t>6/23/2025</a:t>
            </a:fld>
            <a:endParaRPr lang="en-US"/>
          </a:p>
        </p:txBody>
      </p:sp>
    </p:spTree>
    <p:extLst>
      <p:ext uri="{BB962C8B-B14F-4D97-AF65-F5344CB8AC3E}">
        <p14:creationId xmlns:p14="http://schemas.microsoft.com/office/powerpoint/2010/main" val="699412417"/>
      </p:ext>
    </p:extLst>
  </p:cSld>
  <p:clrMapOvr>
    <a:masterClrMapping/>
  </p:clrMapOvr>
  <mc:AlternateContent xmlns:mc="http://schemas.openxmlformats.org/markup-compatibility/2006">
    <mc:Choice xmlns:p14="http://schemas.microsoft.com/office/powerpoint/2010/main" Requires="p14">
      <p:transition spd="slow" p14:dur="2500">
        <p:checker/>
        <p:sndAc>
          <p:stSnd>
            <p:snd r:embed="rId2" name="bomb.wav"/>
          </p:stSnd>
        </p:sndAc>
      </p:transition>
    </mc:Choice>
    <mc:Fallback>
      <p:transition spd="slow">
        <p:checker/>
        <p:sndAc>
          <p:stSnd>
            <p:snd r:embed="rId2" name="bomb.wav"/>
          </p:stSnd>
        </p:sndAc>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0" presetClass="path" presetSubtype="0" accel="50000" decel="50000" fill="hold" grpId="0" nodeType="clickEffect">
                                  <p:stCondLst>
                                    <p:cond delay="0"/>
                                  </p:stCondLst>
                                  <p:childTnLst>
                                    <p:animMotion origin="layout" path="M 0 0 L 0 0 C 0.0349 -0.0206 0.01458 -0.01388 0.06185 -0.00995 C 0.06432 -0.00902 0.07565 -0.00532 0.07865 -0.00324 C 0.08125 -0.00162 0.08372 0.00116 0.0862 0.00324 C 0.09987 0.03588 0.09701 0.02246 0.0862 0.09676 C 0.08542 0.10209 0.08125 0.10324 0.07865 0.10672 C 0.08177 0.11436 0.08372 0.12454 0.08802 0.1301 C 0.09883 0.14352 0.11172 0.1463 0.1237 0.15324 C 0.13164 0.15811 0.14401 0.1669 0.15182 0.17338 C 0.1556 0.17639 0.15924 0.18033 0.16302 0.18334 C 0.17474 0.1926 0.16263 0.1794 0.17435 0.19329 C 0.17682 0.21112 0.17891 0.21551 0.17057 0.23658 C 0.16797 0.24329 0.16263 0.24468 0.15938 0.25 C 0.15703 0.25371 0.15586 0.25949 0.15365 0.26343 C 0.15143 0.26737 0.14857 0.26968 0.14622 0.27338 C 0.14414 0.27639 0.14245 0.2801 0.14063 0.28334 C 0.13997 0.28774 0.13958 0.29237 0.13867 0.29676 C 0.13776 0.30139 0.13438 0.3051 0.1349 0.30996 C 0.13594 0.31806 0.14505 0.32963 0.14805 0.33658 C 0.15326 0.34862 0.15781 0.36158 0.16302 0.37338 C 0.16563 0.37894 0.16823 0.38426 0.17057 0.39005 C 0.17318 0.39653 0.17539 0.40348 0.17813 0.40996 C 0.18099 0.4169 0.18451 0.42315 0.1875 0.4301 C 0.20065 0.46065 0.19128 0.44607 0.2043 0.46343 L 0.2418 0.45996 C 0.24792 0.45741 0.25234 0.44792 0.25677 0.44005 C 0.2668 0.42223 0.27526 0.39561 0.28125 0.37338 C 0.28411 0.3625 0.2862 0.35116 0.28867 0.34005 C 0.28932 0.33218 0.29063 0.32454 0.29063 0.31667 C 0.29063 0.27917 0.2651 0.30926 0.24935 0.31343 C 0.25 0.31667 0.24961 0.32107 0.25117 0.32338 C 0.2556 0.32987 0.2668 0.33195 0.27188 0.33334 C 0.28568 0.33704 0.28672 0.33704 0.30182 0.34005 L 0.46497 0.3301 C 0.46823 0.32963 0.47135 0.32593 0.47435 0.32338 C 0.4763 0.32153 0.47799 0.31899 0.47995 0.31667 C 0.4806 0.3301 0.48281 0.34352 0.48177 0.35672 C 0.48086 0.36852 0.4776 0.3794 0.47435 0.39005 C 0.4668 0.41412 0.45911 0.42848 0.44805 0.44676 C 0.44453 0.45255 0.44036 0.45741 0.43685 0.46343 C 0.43359 0.46852 0.43099 0.47547 0.42747 0.4801 C 0.42188 0.48704 0.41667 0.48982 0.41055 0.49329 C 0.40872 0.49213 0.40638 0.49237 0.40495 0.49005 C 0.40352 0.4875 0.40169 0.47755 0.40299 0.4801 C 0.4056 0.48449 0.40664 0.49144 0.40872 0.49676 C 0.41094 0.50255 0.41445 0.50695 0.41615 0.51343 C 0.42135 0.53149 0.42487 0.55116 0.4293 0.56991 C 0.43451 0.59237 0.43945 0.61366 0.44805 0.63334 C 0.45247 0.64329 0.45729 0.65278 0.4612 0.66343 C 0.46237 0.66667 0.46315 0.67084 0.46497 0.67338 C 0.46706 0.67639 0.46992 0.67778 0.4724 0.6801 C 0.49805 0.67547 0.52409 0.67639 0.54935 0.66667 C 0.55677 0.66389 0.56198 0.65162 0.5681 0.64329 C 0.58424 0.62084 0.58229 0.62176 0.59427 0.59329 C 0.59557 0.58449 0.59648 0.57524 0.59805 0.56667 C 0.59961 0.55857 0.60339 0.55186 0.60365 0.54329 C 0.60469 0.50672 0.60286 0.46991 0.60182 0.43334 C 0.60156 0.42431 0.60143 0.41528 0.59987 0.40672 C 0.59831 0.39723 0.59492 0.38889 0.59245 0.3801 C 0.58568 0.27269 0.59245 0.39144 0.59245 0.1301 C 0.59245 0.1 0.59115 0.06991 0.59049 0.04005 C 0.58138 0.04098 0.53958 0.02686 0.52487 0.05672 C 0.52253 0.06158 0.52122 0.06783 0.51927 0.07338 C 0.51992 0.08449 0.52396 0.09676 0.52122 0.10672 C 0.51888 0.11482 0.51953 0.08843 0.51745 0.0801 C 0.51211 0.05834 0.49427 0.02315 0.48737 0.00996 C 0.46953 -0.02407 0.46146 -0.04166 0.44245 -0.06342 C 0.43815 -0.06805 0.43385 -0.07291 0.4293 -0.07662 C 0.41484 -0.08819 0.40326 -0.09259 0.38802 -0.1 C 0.32839 -0.08703 0.32292 -0.11713 0.3 -0.05995 C 0.29701 -0.05277 0.29492 -0.04444 0.29245 -0.03657 C 0.28971 -0.01736 0.2862 -0.00069 0.29622 0.01991 C 0.29896 0.0257 0.30039 0.00695 0.30182 0 C 0.30417 -0.01088 0.3056 -0.02222 0.30742 -0.03333 C 0.31042 -0.09537 0.31484 -0.15 0.30938 -0.21342 C 0.30885 -0.21782 0.3043 -0.21551 0.30182 -0.21666 C 0.2974 -0.21226 0.29232 -0.20949 0.28867 -0.20324 C 0.26055 -0.15555 0.26081 -0.14421 0.2418 -0.08333 C 0.23294 -0.05509 0.23607 -0.06921 0.23242 -0.05 C 0.23815 0.01112 0.23919 0.02801 0.23242 -0.17662 C 0.23164 -0.20023 0.22878 -0.19699 0.22305 -0.21342 C 0.22161 -0.21759 0.22057 -0.22222 0.21927 -0.22662 C 0.20117 -0.2199 0.18268 -0.21643 0.16497 -0.20671 C 0.14727 -0.19699 0.11589 -0.1368 0.11055 -0.12338 C 0.08776 -0.06551 0.08255 -0.05717 0.06563 0.00324 C 0.05911 0.02639 0.06133 0.01621 0.05807 0.03334 C 0.05742 0 0.05846 -0.03356 0.05625 -0.06666 C 0.05482 -0.0868 0.04245 -0.15138 0.0375 -0.17338 C 0.03281 -0.19351 0.03112 -0.21782 0.0224 -0.23333 C 0.02057 -0.23657 0.01914 -0.24074 0.0168 -0.24305 C 0.01458 -0.24537 0.01185 -0.24537 0.00938 -0.24652 L -0.0151 -0.20995 C -0.02005 -0.20231 -0.02565 -0.19537 -0.03008 -0.18657 C -0.04687 -0.15347 -0.05768 -0.12893 -0.08073 -0.10324 C -0.08568 -0.09768 -0.09049 -0.09166 -0.0957 -0.08657 C -0.12279 -0.06088 -0.09922 -0.08796 -0.11445 -0.0699 C -0.12187 -0.08217 -0.13073 -0.09236 -0.13698 -0.10671 C -0.15339 -0.1449 -0.1819 -0.22662 -0.1819 -0.22662 C -0.20755 -0.21527 -0.17344 -0.23402 -0.21198 -0.14676 C -0.22318 -0.12106 -0.23477 -0.09606 -0.2457 -0.0699 C -0.27669 0.00394 -0.25872 -0.01898 -0.2776 0.00324 C -0.28008 0.00232 -0.28294 0.00255 -0.28503 0 C -0.28893 -0.00463 -0.28971 -0.01666 -0.29062 -0.02338 C -0.30169 0.02871 -0.29219 -0.02314 -0.29818 0.03334 C -0.29961 0.04676 -0.30221 0.05996 -0.30378 0.07338 C -0.30469 0.08102 -0.30482 0.08889 -0.30573 0.09676 C -0.31198 0.15487 -0.30964 0.14098 -0.31497 0.16991 C -0.31224 0.20926 -0.31706 0.18612 -0.30378 0.21343 C -0.29857 0.22408 -0.29518 0.2382 -0.2888 0.24676 C -0.26302 0.28102 -0.24232 0.28982 -0.21198 0.30324 C -0.19766 0.30973 -0.18333 0.31574 -0.16875 0.31991 C -0.16016 0.32246 -0.1513 0.32223 -0.14258 0.32338 C -0.13437 0.31991 -0.12591 0.31899 -0.11823 0.31343 C -0.11484 0.31088 -0.11068 0.3 -0.11068 0.3 L 0.22122 0.55 " pathEditMode="relative" ptsTypes="AAAAAAAAAAAAAAAAAAAAAAAAAAAAAAAAAAAAAAAAAAAAAAAAAAAAAAAAAAAAAAAAAAAAAAAAAAAAAAAAAAAAAAAAAAAAAAAAAAAAAAAAAAAAAAAAAAAA">
                                      <p:cBhvr>
                                        <p:cTn id="6" dur="2000" fill="hold"/>
                                        <p:tgtEl>
                                          <p:spTgt spid="3">
                                            <p:txEl>
                                              <p:pRg st="0" end="0"/>
                                            </p:txEl>
                                          </p:spTgt>
                                        </p:tgtEl>
                                        <p:attrNameLst>
                                          <p:attrName>ppt_x</p:attrName>
                                          <p:attrName>ppt_y</p:attrName>
                                        </p:attrNameLst>
                                      </p:cBhvr>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Hard disk </a:t>
            </a:r>
            <a:endParaRPr lang="en-US" dirty="0"/>
          </a:p>
        </p:txBody>
      </p:sp>
      <p:sp>
        <p:nvSpPr>
          <p:cNvPr id="3" name="Content Placeholder 2"/>
          <p:cNvSpPr>
            <a:spLocks noGrp="1"/>
          </p:cNvSpPr>
          <p:nvPr>
            <p:ph sz="half" idx="1"/>
          </p:nvPr>
        </p:nvSpPr>
        <p:spPr/>
        <p:txBody>
          <a:bodyPr>
            <a:normAutofit/>
          </a:bodyPr>
          <a:lstStyle/>
          <a:p>
            <a:pPr>
              <a:buNone/>
              <a:defRPr/>
            </a:pPr>
            <a:r>
              <a:rPr lang="en-US" altLang="en-US" sz="2400" b="1" dirty="0">
                <a:solidFill>
                  <a:srgbClr val="336600"/>
                </a:solidFill>
              </a:rPr>
              <a:t>Hard Disk Drives</a:t>
            </a:r>
          </a:p>
          <a:p>
            <a:pPr>
              <a:defRPr/>
            </a:pPr>
            <a:r>
              <a:rPr lang="en-US" altLang="en-US" dirty="0"/>
              <a:t>Capacity is measured in gigabytes (GB or billions of bytes).</a:t>
            </a:r>
          </a:p>
          <a:p>
            <a:pPr>
              <a:defRPr/>
            </a:pPr>
            <a:r>
              <a:rPr lang="en-US" altLang="en-US" dirty="0"/>
              <a:t>Typically permanently installed.</a:t>
            </a:r>
          </a:p>
          <a:p>
            <a:pPr>
              <a:defRPr/>
            </a:pPr>
            <a:r>
              <a:rPr lang="en-US" altLang="en-US" dirty="0"/>
              <a:t>Used to store operating system, application software, utilities and data.</a:t>
            </a:r>
          </a:p>
          <a:p>
            <a:pPr>
              <a:defRPr/>
            </a:pPr>
            <a:r>
              <a:rPr lang="en-US" altLang="en-US" dirty="0"/>
              <a:t>Magnetic storage device</a:t>
            </a:r>
            <a:endParaRPr lang="en-US" dirty="0"/>
          </a:p>
        </p:txBody>
      </p:sp>
      <p:pic>
        <p:nvPicPr>
          <p:cNvPr id="5" name="Content Placeholder 4"/>
          <p:cNvPicPr>
            <a:picLocks noGrp="1" noChangeAspect="1"/>
          </p:cNvPicPr>
          <p:nvPr>
            <p:ph sz="half" idx="2"/>
          </p:nvPr>
        </p:nvPicPr>
        <p:blipFill>
          <a:blip r:embed="rId3" cstate="print">
            <a:extLst>
              <a:ext uri="{28A0092B-C50C-407E-A947-70E740481C1C}">
                <a14:useLocalDpi xmlns:a14="http://schemas.microsoft.com/office/drawing/2010/main" val="0"/>
              </a:ext>
            </a:extLst>
          </a:blip>
          <a:stretch>
            <a:fillRect/>
          </a:stretch>
        </p:blipFill>
        <p:spPr>
          <a:xfrm>
            <a:off x="6154343" y="2661444"/>
            <a:ext cx="3820715" cy="2300686"/>
          </a:xfrm>
        </p:spPr>
      </p:pic>
      <p:sp>
        <p:nvSpPr>
          <p:cNvPr id="4" name="Date Placeholder 3"/>
          <p:cNvSpPr>
            <a:spLocks noGrp="1"/>
          </p:cNvSpPr>
          <p:nvPr>
            <p:ph type="dt" sz="half" idx="10"/>
          </p:nvPr>
        </p:nvSpPr>
        <p:spPr/>
        <p:txBody>
          <a:bodyPr/>
          <a:lstStyle/>
          <a:p>
            <a:fld id="{14D642EE-0990-407C-ADFE-FA4ECCA80DDD}" type="datetime1">
              <a:rPr lang="en-US" smtClean="0"/>
              <a:t>6/23/2025</a:t>
            </a:fld>
            <a:endParaRPr lang="en-US"/>
          </a:p>
        </p:txBody>
      </p:sp>
    </p:spTree>
    <p:extLst>
      <p:ext uri="{BB962C8B-B14F-4D97-AF65-F5344CB8AC3E}">
        <p14:creationId xmlns:p14="http://schemas.microsoft.com/office/powerpoint/2010/main" val="2513464603"/>
      </p:ext>
    </p:extLst>
  </p:cSld>
  <p:clrMapOvr>
    <a:masterClrMapping/>
  </p:clrMapOvr>
  <mc:AlternateContent xmlns:mc="http://schemas.openxmlformats.org/markup-compatibility/2006">
    <mc:Choice xmlns:p14="http://schemas.microsoft.com/office/powerpoint/2010/main" Requires="p14">
      <p:transition spd="slow" p14:dur="2500">
        <p:checker/>
        <p:sndAc>
          <p:stSnd>
            <p:snd r:embed="rId2" name="bomb.wav"/>
          </p:stSnd>
        </p:sndAc>
      </p:transition>
    </mc:Choice>
    <mc:Fallback>
      <p:transition spd="slow">
        <p:checker/>
        <p:sndAc>
          <p:stSnd>
            <p:snd r:embed="rId2" name="bomb.wav"/>
          </p:stSnd>
        </p:sndAc>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0" presetClass="path" presetSubtype="0" accel="50000" decel="50000" fill="hold" nodeType="clickEffect">
                                  <p:stCondLst>
                                    <p:cond delay="0"/>
                                  </p:stCondLst>
                                  <p:childTnLst>
                                    <p:animMotion origin="layout" path="M 0.18932 -0.30348 L 0.18932 -0.30348 C 0.17512 -0.24885 0.18085 -0.26991 0.17252 -0.24005 C 0.17122 -0.23565 0.17031 -0.23079 0.16874 -0.22663 C 0.16627 -0.22014 0.16367 -0.21343 0.16119 -0.20672 C 0.14544 -0.16251 0.16328 -0.21042 0.15182 -0.1801 C 0.15065 -0.18334 0.14908 -0.18635 0.14817 -0.19005 C 0.14726 -0.19329 0.147 -0.19677 0.14622 -0.20001 C 0.14518 -0.20464 0.14374 -0.20903 0.14244 -0.21343 C 0.14127 -0.22454 0.14231 -0.23727 0.1388 -0.24677 C 0.13385 -0.25973 0.13567 -0.25302 0.13307 -0.26667 C 0.12942 -0.25996 0.12499 -0.2544 0.12187 -0.24677 C 0.11809 -0.23751 0.11627 -0.22593 0.11249 -0.21667 C 0.1039 -0.19538 0.10559 -0.20533 0.09752 -0.19329 C 0.09544 -0.19028 0.09413 -0.18565 0.09192 -0.18334 C 0.08958 -0.18102 0.08684 -0.18126 0.08437 -0.1801 C 0.08307 -0.1845 0.08137 -0.18866 0.08059 -0.19329 C 0.07942 -0.20093 0.07942 -0.20903 0.07877 -0.21667 C 0.07812 -0.22339 0.07734 -0.2301 0.07682 -0.23681 C 0.07617 -0.24677 0.07643 -0.25695 0.07499 -0.26667 C 0.07395 -0.27385 0.07109 -0.27987 0.0694 -0.28681 C 0.06783 -0.29283 0.06653 -0.30394 0.06562 -0.30996 C 0.06249 -0.30348 0.05885 -0.29746 0.05624 -0.29005 C 0.05442 -0.28496 0.05416 -0.27871 0.05247 -0.27339 C 0.04726 -0.25649 0.04374 -0.25163 0.03749 -0.23681 C 0.03294 -0.22593 0.03424 -0.22385 0.0263 -0.21667 C 0.02395 -0.21459 0.02122 -0.21459 0.01874 -0.21343 C 0.01692 -0.21667 0.01458 -0.21945 0.01315 -0.22339 C 0.0039 -0.24908 0.00637 -0.25163 -5.625E-6 -0.2801 C -0.00404 -0.29815 -0.00873 -0.31552 -0.01316 -0.33334 C -0.01498 -0.34098 -0.02032 -0.36621 -0.02435 -0.37339 C -0.02579 -0.37593 -0.02813 -0.3757 -0.02995 -0.37663 C -0.0306 -0.36899 -0.03008 -0.36065 -0.03191 -0.35348 C -0.03581 -0.33704 -0.04415 -0.32385 -0.04688 -0.30672 C -0.05196 -0.27477 -0.04844 -0.29052 -0.05808 -0.25996 C -0.06172 -0.22802 -0.05756 -0.25764 -0.06381 -0.2301 C -0.06524 -0.22362 -0.06745 -0.20996 -0.06745 -0.20996 C -0.07253 -0.21667 -0.07839 -0.22177 -0.08256 -0.2301 C -0.08672 -0.23866 -0.08894 -0.25001 -0.09193 -0.25996 C -0.09909 -0.28427 -0.09922 -0.28612 -0.10495 -0.30996 C -0.1056 -0.31552 -0.10443 -0.32315 -0.10691 -0.32663 C -0.10886 -0.32964 -0.11303 -0.32732 -0.11433 -0.32339 C -0.11719 -0.31575 -0.11654 -0.30533 -0.1181 -0.29677 C -0.11967 -0.28866 -0.1224 -0.28149 -0.1237 -0.27339 C -0.12553 -0.26366 -0.12592 -0.25325 -0.12748 -0.24329 C -0.13738 -0.18403 -0.13021 -0.24237 -0.13503 -0.20001 C -0.14727 -0.21644 -0.14258 -0.20602 -0.14818 -0.24329 C -0.14962 -0.25325 -0.15027 -0.26366 -0.15183 -0.27339 C -0.15339 -0.28241 -0.156 -0.29098 -0.15756 -0.30001 C -0.15912 -0.30996 -0.16003 -0.32014 -0.16133 -0.3301 C -0.16185 -0.3345 -0.16212 -0.33913 -0.16316 -0.34329 C -0.16407 -0.347 -0.16563 -0.35001 -0.16693 -0.35348 C -0.17305 -0.30996 -0.16107 -0.39237 -0.17631 -0.30672 C -0.178 -0.297 -0.17813 -0.28635 -0.18008 -0.27663 C -0.18191 -0.26737 -0.18529 -0.25927 -0.18751 -0.25001 C -0.1987 -0.20464 -0.18751 -0.24005 -0.19883 -0.20672 C -0.20066 -0.21552 -0.20209 -0.22477 -0.20443 -0.23334 C -0.20652 -0.24144 -0.21016 -0.24839 -0.21185 -0.25672 C -0.21407 -0.26737 -0.21407 -0.27917 -0.21563 -0.29005 C -0.21654 -0.29677 -0.21837 -0.30325 -0.21941 -0.30996 C -0.22084 -0.31899 -0.22318 -0.33681 -0.22318 -0.33681 C -0.22813 -0.31459 -0.23451 -0.29306 -0.23816 -0.27014 C -0.24128 -0.25047 -0.24193 -0.24514 -0.24571 -0.22663 C -0.24623 -0.22385 -0.25079 -0.1963 -0.25508 -0.19005 C -0.25717 -0.18681 -0.26003 -0.18565 -0.26251 -0.18334 C -0.26654 -0.21181 -0.26172 -0.18357 -0.27566 -0.22663 C -0.29909 -0.29908 -0.28217 -0.26505 -0.30378 -0.30348 C -0.30508 -0.27454 -0.306 -0.24561 -0.30756 -0.21667 C -0.30795 -0.2088 -0.30834 -0.20093 -0.30938 -0.19329 C -0.31146 -0.17894 -0.31472 -0.17292 -0.31876 -0.15996 C -0.32019 -0.15579 -0.32123 -0.15116 -0.32253 -0.14677 C -0.32631 -0.14885 -0.331 -0.14839 -0.33373 -0.15348 C -0.33777 -0.16042 -0.33855 -0.1713 -0.34128 -0.1801 C -0.3448 -0.19144 -0.34883 -0.20232 -0.35248 -0.21343 C -0.35443 -0.2257 -0.35574 -0.2382 -0.35821 -0.25001 C -0.36199 -0.26922 -0.3685 -0.28681 -0.37123 -0.30672 C -0.37878 -0.35996 -0.37331 -0.32315 -0.37123 -0.30001 C -0.37045 -0.29005 -0.37006 -0.2801 -0.36941 -0.27014 C -0.3711 -0.22547 -0.36654 -0.19005 -0.37696 -0.15348 C -0.37852 -0.14769 -0.3806 -0.14237 -0.38256 -0.13681 C -0.38816 -0.13889 -0.39532 -0.13612 -0.39935 -0.14329 C -0.40456 -0.15255 -0.40404 -0.16806 -0.40691 -0.1801 C -0.41029 -0.19468 -0.41472 -0.2088 -0.4181 -0.22339 C -0.42097 -0.23542 -0.42292 -0.24792 -0.42566 -0.25996 C -0.428 -0.27014 -0.4306 -0.2801 -0.43321 -0.29005 C -0.4349 -0.29677 -0.43725 -0.30325 -0.43881 -0.30996 C -0.43972 -0.31436 -0.43998 -0.31899 -0.44063 -0.32339 C -0.44193 -0.2845 -0.44206 -0.24538 -0.44441 -0.20672 C -0.44467 -0.20278 -0.44701 -0.20024 -0.44818 -0.19677 C -0.45014 -0.19028 -0.45079 -0.18195 -0.45378 -0.17663 C -0.45613 -0.17246 -0.46003 -0.17223 -0.46316 -0.17014 C -0.46693 -0.17107 -0.4711 -0.16991 -0.47435 -0.17339 C -0.48438 -0.1838 -0.48347 -0.19561 -0.4931 -0.20348 C -0.4961 -0.20579 -0.49935 -0.20556 -0.50248 -0.20672 C -0.52514 -0.18264 -0.49922 -0.21274 -0.53438 -0.15001 C -0.53816 -0.14329 -0.54167 -0.13612 -0.54571 -0.1301 C -0.55287 -0.11922 -0.56589 -0.10533 -0.57383 -0.09677 C -0.57501 -0.09329 -0.57592 -0.08959 -0.57748 -0.08681 C -0.58477 -0.07385 -0.59324 -0.08195 -0.56628 -0.07663 C -0.55756 -0.07894 -0.54883 -0.08334 -0.53998 -0.08334 C -0.4987 -0.08334 -0.45717 -0.08727 -0.41628 -0.07663 C -0.40847 -0.07477 -0.42943 -0.06042 -0.43685 -0.05672 C -0.45587 -0.047 -0.47566 -0.04329 -0.49506 -0.03658 C -0.52253 -0.02732 -0.52032 -0.02894 -0.55508 -0.01991 L -0.50626 -0.01667 C -0.49844 -0.01598 -0.48451 -0.01204 -0.47631 -0.00996 C -0.47383 -0.00788 -0.4685 -0.00834 -0.46876 -0.00325 C -0.47006 0.02129 -0.48087 0.03124 -0.49128 0.04004 C -0.50626 0.05254 -0.54037 0.07175 -0.55131 0.07661 C -0.55743 0.07939 -0.56381 0.07893 -0.57006 0.08009 C -0.57566 0.08217 -0.59232 0.08286 -0.58685 0.08657 C -0.57579 0.09444 -0.56316 0.0905 -0.55131 0.09328 C -0.54063 0.09606 -0.53008 0.10069 -0.51941 0.10323 C -0.50821 0.10624 -0.49688 0.1074 -0.48568 0.10995 C -0.47748 0.1118 -0.46941 0.11435 -0.46133 0.11666 C -0.45508 0.12106 -0.44883 0.12592 -0.44258 0.13009 C -0.43829 0.13263 -0.43373 0.13425 -0.42943 0.13657 C -0.42748 0.13773 -0.42566 0.13888 -0.42383 0.14004 C -0.42683 0.15624 -0.4237 0.14791 -0.43503 0.15671 C -0.47279 0.18611 -0.44428 0.17175 -0.50626 0.18009 L -0.5306 0.18657 C -0.54128 0.18981 -0.55183 0.19374 -0.56251 0.19675 C -0.57253 0.1993 -0.58256 0.20115 -0.59258 0.20323 C -0.58633 0.20671 -0.58008 0.21041 -0.57383 0.21342 C -0.56824 0.21597 -0.56251 0.21759 -0.55691 0.2199 C -0.55248 0.22198 -0.54818 0.22453 -0.54376 0.22661 C -0.54193 0.22893 -0.53855 0.22939 -0.53816 0.23333 C -0.53373 0.27337 -0.55469 0.27708 -0.57383 0.2868 C -0.62006 0.31018 -0.58139 0.29189 -0.61876 0.30671 C -0.62383 0.30879 -0.62865 0.31203 -0.63373 0.31342 C -0.64063 0.31527 -0.64753 0.3155 -0.65443 0.31666 C -0.64623 0.31828 -0.63477 0.32013 -0.62631 0.32337 C -0.62435 0.32407 -0.62253 0.32569 -0.62071 0.32661 C -0.61537 0.34073 -0.61264 0.34236 -0.62253 0.36342 C -0.62579 0.37036 -0.63113 0.37268 -0.63568 0.37661 C -0.65704 0.3956 -0.6405 0.37893 -0.66003 0.39328 C -0.66394 0.39629 -0.66758 0.39999 -0.67123 0.40347 C -0.6681 0.40347 -0.58738 0.39027 -0.55508 0.41342 C -0.553 0.41481 -0.55131 0.41782 -0.54935 0.42013 C -0.55066 0.42777 -0.55014 0.43749 -0.55313 0.44328 C -0.55964 0.45601 -0.57488 0.45879 -0.58321 0.46342 C -0.58829 0.4662 -0.59297 0.47083 -0.59818 0.47337 C -0.61303 0.48078 -0.62201 0.48078 -0.63751 0.48333 C -0.62943 0.4868 -0.62136 0.49073 -0.61316 0.49328 C -0.59766 0.49837 -0.58178 0.50115 -0.56628 0.50671 C -0.52891 0.5199 -0.54766 0.5155 -0.51003 0.52013 C -0.50248 0.52222 -0.49506 0.52499 -0.48751 0.52661 C -0.48074 0.52823 -0.4737 0.52823 -0.46693 0.53009 C -0.46003 0.53171 -0.43855 0.5405 -0.43126 0.54351 L -0.07878 0.54004 C -0.07683 0.54004 -0.07774 0.53333 -0.07683 0.53009 C -0.07514 0.52314 -0.07279 0.51712 -0.07123 0.50995 C -0.06342 0.47361 -0.07253 0.49861 -0.06185 0.47337 C -0.06068 0.46666 -0.06185 0.45601 -0.05808 0.45347 C -0.05521 0.45138 -0.05404 0.4618 -0.05248 0.46666 C -0.04688 0.48402 -0.05574 0.47083 -0.04506 0.48333 C -0.03217 0.47777 -0.04024 0.48402 -0.02813 0.45995 C -0.02579 0.45532 -0.02305 0.45138 -0.02058 0.44675 C -0.01876 0.44305 -0.00639 0.41573 -0.00183 0.40995 C -0.00027 0.4081 0.00182 0.40786 0.00377 0.40671 C 0.0069 0.40786 0.0108 0.40601 0.01315 0.40995 C 0.01588 0.41504 0.01614 0.42314 0.01692 0.43009 C 0.01848 0.44421 0.02031 0.49884 0.02057 0.50671 C 0.02317 0.50231 0.02617 0.49861 0.02812 0.49328 C 0.02994 0.48842 0.03046 0.48217 0.0319 0.47661 C 0.03359 0.4699 0.03528 0.46296 0.03749 0.45671 C 0.04153 0.44513 0.05572 0.40763 0.0638 0.39328 C 0.06536 0.3905 0.06744 0.38888 0.0694 0.3868 C 0.07317 0.39004 0.07838 0.39027 0.08059 0.39675 C 0.08398 0.40648 0.0832 0.41898 0.08437 0.43009 C 0.08606 0.44722 0.0845 0.45694 0.09192 0.47013 C 0.09387 0.47361 0.09687 0.47453 0.09934 0.47661 C 0.10377 0.46388 0.12083 0.4118 0.12565 0.40347 L 0.13124 0.39328 C 0.13372 0.39444 0.1371 0.39328 0.1388 0.39675 C 0.14739 0.41504 0.13255 0.41689 0.14817 0.40995 C 0.14986 0.40069 0.15299 0.38263 0.15559 0.37337 C 0.15729 0.36759 0.15989 0.36273 0.16119 0.35671 C 0.16367 0.34583 0.16471 0.33425 0.16692 0.32337 C 0.16913 0.31203 0.172 0.30115 0.17434 0.29004 C 0.17578 0.28356 0.17682 0.27661 0.17812 0.27013 C 0.17877 0.27337 0.17877 0.28263 0.17994 0.28009 C 0.18385 0.27198 0.18893 0.24212 0.19127 0.23009 C 0.19192 0.22222 0.19218 0.21435 0.19309 0.20671 C 0.19413 0.19884 0.19583 0.1912 0.19687 0.18333 C 0.1983 0.17337 0.19934 0.16342 0.20065 0.15323 C 0.2013 0.1412 0.2026 0.12893 0.20247 0.11666 C 0.20104 -0.1051 0.20598 -0.04653 0.19687 -0.14329 C 0.19192 -0.13218 0.18619 -0.122 0.1819 -0.10996 C 0.17864 -0.1007 0.17682 -0.09005 0.17434 -0.0801 C 0.17096 -0.06575 0.17135 -0.06135 0.16497 -0.05001 C 0.16341 -0.04723 0.16119 -0.04561 0.15937 -0.04329 C 0.15377 -0.04885 0.14752 -0.05302 0.14244 -0.05996 C 0.13867 -0.06528 0.13619 -0.07315 0.13307 -0.0801 C 0.12486 -0.09885 0.11822 -0.11991 0.10872 -0.13681 C 0.08111 -0.18589 0.09426 -0.17639 0.07682 -0.18681 C 0.07317 -0.18565 0.06861 -0.18774 0.06562 -0.18334 C 0.06106 -0.17663 0.0595 -0.16552 0.05624 -0.15672 C 0.05325 -0.14885 0.05051 -0.14052 0.04687 -0.13334 C 0.04453 -0.12871 0.03268 -0.11552 0.02994 -0.11343 C 0.02643 -0.11042 0.01874 -0.10672 0.01874 -0.10672 C 0.01497 -0.10788 0.01106 -0.10741 0.00755 -0.10996 C 0.00455 -0.11204 0.00247 -0.11667 -5.625E-6 -0.12014 C -0.00378 -0.12547 -0.00769 -0.13079 -0.0112 -0.13681 C -0.01459 -0.1419 -0.01706 -0.14862 -0.02058 -0.15348 C -0.02462 -0.1588 -0.02943 -0.16204 -0.03373 -0.16667 C -0.03568 -0.16876 -0.03751 -0.17107 -0.03933 -0.17339 C -0.05678 -0.15788 -0.04167 -0.17616 -0.0487 -0.11667 C -0.04935 -0.11135 -0.05248 -0.10788 -0.05443 -0.10348 C -0.05495 -0.10001 -0.05482 -0.09584 -0.05626 -0.09329 C -0.06081 -0.08519 -0.06537 -0.09306 -0.06941 -0.09677 C -0.07123 -0.10116 -0.07253 -0.10672 -0.07501 -0.10996 C -0.07709 -0.11274 -0.08191 -0.11783 -0.08256 -0.11343 C -0.08568 -0.08843 -0.0836 -0.06227 -0.08438 -0.03658 C -0.08476 -0.02454 -0.08503 -0.01204 -0.0862 -7.03704E-6 C -0.08855 0.02268 -0.0905 0.03217 -0.09376 0.04999 C -0.09688 0.04212 -0.10105 0.03541 -0.10313 0.02661 C -0.10547 0.01736 -0.10482 0.00624 -0.10691 -0.00325 C -0.1086 -0.01181 -0.11225 -0.01852 -0.11433 -0.02663 C -0.12605 -0.07107 -0.11485 -0.03959 -0.1237 -0.06343 C -0.12501 -0.04005 -0.12592 -0.01667 -0.12748 0.00671 C -0.12787 0.01111 -0.128 0.0162 -0.12943 0.0199 C -0.1306 0.02337 -0.13503 0.02661 -0.13503 0.02661 L -5.625E-6 -7.03704E-6 " pathEditMode="relative" ptsTypes="AAAAAAAAAAAAAAAAAAAAAAAAAAAAAAAAAAAAAAAAAAAAAAAAAAAAAAAAAAAAAAAAAAAAAAAAAAAAAAAAAAAAAAAAAAAAAAAAAAAAAAAAAAAAAAAAAAAAAAAAAAAAAAAAAAAAAAAAAAAAAAAAAAAAAAAAAAAAAAAAAAAAAAAAAAAAAAAAAAAAAAAAAAAAAAAAAAAAAAAAAAAAAAAAAAAAAAAAAAAAAAAA">
                                      <p:cBhvr>
                                        <p:cTn id="6" dur="2000" fill="hold"/>
                                        <p:tgtEl>
                                          <p:spTgt spid="5"/>
                                        </p:tgtEl>
                                        <p:attrNameLst>
                                          <p:attrName>ppt_x</p:attrName>
                                          <p:attrName>ppt_y</p:attrName>
                                        </p:attrNameLst>
                                      </p:cBhvr>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Hard disk </a:t>
            </a:r>
            <a:endParaRPr lang="en-US" dirty="0"/>
          </a:p>
        </p:txBody>
      </p:sp>
      <p:sp>
        <p:nvSpPr>
          <p:cNvPr id="3" name="Content Placeholder 2"/>
          <p:cNvSpPr>
            <a:spLocks noGrp="1"/>
          </p:cNvSpPr>
          <p:nvPr>
            <p:ph sz="half" idx="1"/>
          </p:nvPr>
        </p:nvSpPr>
        <p:spPr/>
        <p:txBody>
          <a:bodyPr>
            <a:normAutofit/>
          </a:bodyPr>
          <a:lstStyle/>
          <a:p>
            <a:pPr>
              <a:buNone/>
              <a:defRPr/>
            </a:pPr>
            <a:r>
              <a:rPr lang="en-US" altLang="en-US" sz="2400" b="1" dirty="0">
                <a:solidFill>
                  <a:srgbClr val="336600"/>
                </a:solidFill>
              </a:rPr>
              <a:t>Hard Disk Drives</a:t>
            </a:r>
          </a:p>
          <a:p>
            <a:pPr>
              <a:defRPr/>
            </a:pPr>
            <a:r>
              <a:rPr lang="en-US" altLang="en-US" dirty="0"/>
              <a:t>Capacity is measured in gigabytes (GB or billions of bytes).</a:t>
            </a:r>
          </a:p>
          <a:p>
            <a:pPr>
              <a:defRPr/>
            </a:pPr>
            <a:r>
              <a:rPr lang="en-US" altLang="en-US" dirty="0"/>
              <a:t>Typically permanently installed.</a:t>
            </a:r>
          </a:p>
          <a:p>
            <a:pPr>
              <a:defRPr/>
            </a:pPr>
            <a:r>
              <a:rPr lang="en-US" altLang="en-US" dirty="0"/>
              <a:t>Used to store operating system, application software, utilities and data.</a:t>
            </a:r>
          </a:p>
          <a:p>
            <a:pPr>
              <a:defRPr/>
            </a:pPr>
            <a:r>
              <a:rPr lang="en-US" altLang="en-US" dirty="0"/>
              <a:t>Magnetic storage device</a:t>
            </a:r>
            <a:endParaRPr lang="en-US" dirty="0"/>
          </a:p>
        </p:txBody>
      </p:sp>
      <p:pic>
        <p:nvPicPr>
          <p:cNvPr id="5" name="Content Placeholder 4"/>
          <p:cNvPicPr>
            <a:picLocks noGrp="1" noChangeAspect="1"/>
          </p:cNvPicPr>
          <p:nvPr>
            <p:ph sz="half" idx="2"/>
          </p:nvPr>
        </p:nvPicPr>
        <p:blipFill>
          <a:blip r:embed="rId3" cstate="print">
            <a:extLst>
              <a:ext uri="{28A0092B-C50C-407E-A947-70E740481C1C}">
                <a14:useLocalDpi xmlns:a14="http://schemas.microsoft.com/office/drawing/2010/main" val="0"/>
              </a:ext>
            </a:extLst>
          </a:blip>
          <a:stretch>
            <a:fillRect/>
          </a:stretch>
        </p:blipFill>
        <p:spPr>
          <a:xfrm>
            <a:off x="6154343" y="2661444"/>
            <a:ext cx="3820715" cy="2300686"/>
          </a:xfrm>
        </p:spPr>
      </p:pic>
      <p:sp>
        <p:nvSpPr>
          <p:cNvPr id="4" name="Date Placeholder 3"/>
          <p:cNvSpPr>
            <a:spLocks noGrp="1"/>
          </p:cNvSpPr>
          <p:nvPr>
            <p:ph type="dt" sz="half" idx="10"/>
          </p:nvPr>
        </p:nvSpPr>
        <p:spPr/>
        <p:txBody>
          <a:bodyPr/>
          <a:lstStyle/>
          <a:p>
            <a:fld id="{7710073C-F7CA-4512-99A8-9E3158D84B7B}" type="datetime1">
              <a:rPr lang="en-US" smtClean="0"/>
              <a:t>6/23/2025</a:t>
            </a:fld>
            <a:endParaRPr lang="en-US"/>
          </a:p>
        </p:txBody>
      </p:sp>
    </p:spTree>
    <p:extLst>
      <p:ext uri="{BB962C8B-B14F-4D97-AF65-F5344CB8AC3E}">
        <p14:creationId xmlns:p14="http://schemas.microsoft.com/office/powerpoint/2010/main" val="3204017451"/>
      </p:ext>
    </p:extLst>
  </p:cSld>
  <p:clrMapOvr>
    <a:masterClrMapping/>
  </p:clrMapOvr>
  <mc:AlternateContent xmlns:mc="http://schemas.openxmlformats.org/markup-compatibility/2006">
    <mc:Choice xmlns:p14="http://schemas.microsoft.com/office/powerpoint/2010/main" Requires="p14">
      <p:transition spd="slow" p14:dur="2500">
        <p:checker/>
        <p:sndAc>
          <p:stSnd>
            <p:snd r:embed="rId2" name="bomb.wav"/>
          </p:stSnd>
        </p:sndAc>
      </p:transition>
    </mc:Choice>
    <mc:Fallback>
      <p:transition spd="slow">
        <p:checker/>
        <p:sndAc>
          <p:stSnd>
            <p:snd r:embed="rId2" name="bomb.wav"/>
          </p:stSnd>
        </p:sndAc>
      </p:transition>
    </mc:Fallback>
  </mc:AlternateContent>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Apple</a:t>
            </a:r>
            <a:endParaRPr lang="en-US" dirty="0"/>
          </a:p>
        </p:txBody>
      </p:sp>
      <p:pic>
        <p:nvPicPr>
          <p:cNvPr id="5" name="Picture Placeholder 4"/>
          <p:cNvPicPr>
            <a:picLocks noGrp="1" noChangeAspect="1"/>
          </p:cNvPicPr>
          <p:nvPr>
            <p:ph type="pic" idx="1"/>
          </p:nvPr>
        </p:nvPicPr>
        <p:blipFill>
          <a:blip r:embed="rId3" cstate="print">
            <a:extLst>
              <a:ext uri="{28A0092B-C50C-407E-A947-70E740481C1C}">
                <a14:useLocalDpi xmlns:a14="http://schemas.microsoft.com/office/drawing/2010/main" val="0"/>
              </a:ext>
            </a:extLst>
          </a:blip>
          <a:srcRect t="20182" b="20182"/>
          <a:stretch>
            <a:fillRect/>
          </a:stretch>
        </p:blipFill>
        <p:spPr/>
      </p:pic>
      <p:sp>
        <p:nvSpPr>
          <p:cNvPr id="4" name="Text Placeholder 3"/>
          <p:cNvSpPr>
            <a:spLocks noGrp="1"/>
          </p:cNvSpPr>
          <p:nvPr>
            <p:ph type="body" sz="half" idx="2"/>
          </p:nvPr>
        </p:nvSpPr>
        <p:spPr/>
        <p:txBody>
          <a:bodyPr>
            <a:normAutofit fontScale="25000" lnSpcReduction="20000"/>
          </a:bodyPr>
          <a:lstStyle/>
          <a:p>
            <a:pPr>
              <a:defRPr/>
            </a:pPr>
            <a:r>
              <a:rPr lang="en-US" altLang="en-US" b="1" dirty="0">
                <a:solidFill>
                  <a:srgbClr val="336600"/>
                </a:solidFill>
              </a:rPr>
              <a:t>Hard Disk Drives</a:t>
            </a:r>
          </a:p>
          <a:p>
            <a:pPr>
              <a:defRPr/>
            </a:pPr>
            <a:r>
              <a:rPr lang="en-US" altLang="en-US" dirty="0"/>
              <a:t>Capacity is measured in gigabytes (GB or billions of bytes).</a:t>
            </a:r>
          </a:p>
          <a:p>
            <a:pPr>
              <a:defRPr/>
            </a:pPr>
            <a:r>
              <a:rPr lang="en-US" altLang="en-US" dirty="0"/>
              <a:t>Typically permanently installed.</a:t>
            </a:r>
          </a:p>
          <a:p>
            <a:pPr>
              <a:defRPr/>
            </a:pPr>
            <a:r>
              <a:rPr lang="en-US" altLang="en-US" dirty="0"/>
              <a:t>Used to store operating system, application software, utilities and data.</a:t>
            </a:r>
          </a:p>
          <a:p>
            <a:pPr>
              <a:defRPr/>
            </a:pPr>
            <a:r>
              <a:rPr lang="en-US" altLang="en-US" dirty="0"/>
              <a:t>Magnetic storage device</a:t>
            </a:r>
            <a:endParaRPr lang="en-US" dirty="0"/>
          </a:p>
        </p:txBody>
      </p:sp>
      <p:sp>
        <p:nvSpPr>
          <p:cNvPr id="3" name="Date Placeholder 2"/>
          <p:cNvSpPr>
            <a:spLocks noGrp="1"/>
          </p:cNvSpPr>
          <p:nvPr>
            <p:ph type="dt" sz="half" idx="10"/>
          </p:nvPr>
        </p:nvSpPr>
        <p:spPr/>
        <p:txBody>
          <a:bodyPr/>
          <a:lstStyle/>
          <a:p>
            <a:fld id="{3B248D6D-E79F-4C17-915A-B2944492AB52}" type="datetime1">
              <a:rPr lang="en-US" smtClean="0"/>
              <a:t>6/23/2025</a:t>
            </a:fld>
            <a:endParaRPr lang="en-US"/>
          </a:p>
        </p:txBody>
      </p:sp>
    </p:spTree>
    <p:extLst>
      <p:ext uri="{BB962C8B-B14F-4D97-AF65-F5344CB8AC3E}">
        <p14:creationId xmlns:p14="http://schemas.microsoft.com/office/powerpoint/2010/main" val="2654832198"/>
      </p:ext>
    </p:extLst>
  </p:cSld>
  <p:clrMapOvr>
    <a:masterClrMapping/>
  </p:clrMapOvr>
  <mc:AlternateContent xmlns:mc="http://schemas.openxmlformats.org/markup-compatibility/2006">
    <mc:Choice xmlns:p14="http://schemas.microsoft.com/office/powerpoint/2010/main" Requires="p14">
      <p:transition spd="slow" p14:dur="2500">
        <p:checker/>
        <p:sndAc>
          <p:stSnd>
            <p:snd r:embed="rId2" name="bomb.wav"/>
          </p:stSnd>
        </p:sndAc>
      </p:transition>
    </mc:Choice>
    <mc:Fallback>
      <p:transition spd="slow">
        <p:checker/>
        <p:sndAc>
          <p:stSnd>
            <p:snd r:embed="rId2" name="bomb.wav"/>
          </p:stSnd>
        </p:sndAc>
      </p:transition>
    </mc:Fallback>
  </mc:AlternateContent>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What is the internet</a:t>
            </a:r>
            <a:endParaRPr lang="en-US" dirty="0"/>
          </a:p>
        </p:txBody>
      </p:sp>
      <p:sp>
        <p:nvSpPr>
          <p:cNvPr id="3" name="Content Placeholder 2"/>
          <p:cNvSpPr>
            <a:spLocks noGrp="1"/>
          </p:cNvSpPr>
          <p:nvPr>
            <p:ph idx="1"/>
          </p:nvPr>
        </p:nvSpPr>
        <p:spPr/>
        <p:txBody>
          <a:bodyPr>
            <a:normAutofit/>
          </a:bodyPr>
          <a:lstStyle/>
          <a:p>
            <a:r>
              <a:rPr lang="en-US" dirty="0" smtClean="0"/>
              <a:t>Internet is a global system of interconnected computer networks that use the standard Internet protocol (often called TCP/IP) to serve billions of users worldwide. It is a network of networks that consists of millions of private, public, academic, business, and government networks, of local to global scope, that are linked by networking technologies.</a:t>
            </a:r>
            <a:endParaRPr lang="en-US" dirty="0"/>
          </a:p>
        </p:txBody>
      </p:sp>
      <p:sp>
        <p:nvSpPr>
          <p:cNvPr id="4" name="Date Placeholder 3"/>
          <p:cNvSpPr>
            <a:spLocks noGrp="1"/>
          </p:cNvSpPr>
          <p:nvPr>
            <p:ph type="dt" sz="half" idx="10"/>
          </p:nvPr>
        </p:nvSpPr>
        <p:spPr/>
        <p:txBody>
          <a:bodyPr/>
          <a:lstStyle/>
          <a:p>
            <a:fld id="{FA824859-0418-4CF7-B0E4-7876721EF812}" type="datetime1">
              <a:rPr lang="en-US" smtClean="0"/>
              <a:t>6/23/2025</a:t>
            </a:fld>
            <a:endParaRPr lang="en-US"/>
          </a:p>
        </p:txBody>
      </p:sp>
    </p:spTree>
    <p:extLst>
      <p:ext uri="{BB962C8B-B14F-4D97-AF65-F5344CB8AC3E}">
        <p14:creationId xmlns:p14="http://schemas.microsoft.com/office/powerpoint/2010/main" val="374085338"/>
      </p:ext>
    </p:extLst>
  </p:cSld>
  <p:clrMapOvr>
    <a:masterClrMapping/>
  </p:clrMapOvr>
  <mc:AlternateContent xmlns:mc="http://schemas.openxmlformats.org/markup-compatibility/2006">
    <mc:Choice xmlns:p14="http://schemas.microsoft.com/office/powerpoint/2010/main" Requires="p14">
      <p:transition spd="slow" p14:dur="2500">
        <p:checker/>
        <p:sndAc>
          <p:stSnd>
            <p:snd r:embed="rId2" name="bomb.wav"/>
          </p:stSnd>
        </p:sndAc>
      </p:transition>
    </mc:Choice>
    <mc:Fallback>
      <p:transition spd="slow">
        <p:checker/>
        <p:sndAc>
          <p:stSnd>
            <p:snd r:embed="rId2" name="bomb.wav"/>
          </p:stSnd>
        </p:sndAc>
      </p:transition>
    </mc:Fallback>
  </mc:AlternateContent>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fontAlgn="base"/>
            <a:r>
              <a:rPr lang="en-US" dirty="0"/>
              <a:t>Who Owns the Internet?</a:t>
            </a:r>
          </a:p>
        </p:txBody>
      </p:sp>
      <p:sp>
        <p:nvSpPr>
          <p:cNvPr id="3" name="Content Placeholder 2"/>
          <p:cNvSpPr>
            <a:spLocks noGrp="1"/>
          </p:cNvSpPr>
          <p:nvPr>
            <p:ph idx="1"/>
          </p:nvPr>
        </p:nvSpPr>
        <p:spPr/>
        <p:txBody>
          <a:bodyPr>
            <a:normAutofit fontScale="92500" lnSpcReduction="10000"/>
          </a:bodyPr>
          <a:lstStyle/>
          <a:p>
            <a:pPr algn="l" rtl="0"/>
            <a:r>
              <a:rPr lang="en-US" sz="2800" dirty="0"/>
              <a:t>There are many organizations, corporations, governments, schools, private citizens and service providers that all own pieces of the infrastructure, </a:t>
            </a:r>
            <a:r>
              <a:rPr lang="en-US" sz="2800" u="sng" dirty="0">
                <a:solidFill>
                  <a:srgbClr val="FF0000"/>
                </a:solidFill>
              </a:rPr>
              <a:t>but there is no one body that owns it all.</a:t>
            </a:r>
            <a:r>
              <a:rPr lang="en-US" sz="2800" dirty="0"/>
              <a:t> There are, however, organizations that </a:t>
            </a:r>
            <a:r>
              <a:rPr lang="en-US" sz="2800" u="sng" dirty="0"/>
              <a:t>oversee</a:t>
            </a:r>
            <a:r>
              <a:rPr lang="en-US" sz="2800" dirty="0"/>
              <a:t> and </a:t>
            </a:r>
            <a:r>
              <a:rPr lang="en-US" sz="2800" u="sng" dirty="0"/>
              <a:t>standardize</a:t>
            </a:r>
            <a:r>
              <a:rPr lang="en-US" sz="2800" dirty="0"/>
              <a:t> what happens on the Internet and </a:t>
            </a:r>
            <a:r>
              <a:rPr lang="en-US" sz="2800" u="sng" dirty="0"/>
              <a:t>assign IP addresses</a:t>
            </a:r>
            <a:r>
              <a:rPr lang="en-US" sz="2800" dirty="0"/>
              <a:t> and domain names, such as the National Science Foundation, the Internet Engineering Task Force, ICANN , InterNICand the Internet Architecture Board.</a:t>
            </a:r>
          </a:p>
        </p:txBody>
      </p:sp>
      <p:sp>
        <p:nvSpPr>
          <p:cNvPr id="4" name="Date Placeholder 3"/>
          <p:cNvSpPr>
            <a:spLocks noGrp="1"/>
          </p:cNvSpPr>
          <p:nvPr>
            <p:ph type="dt" sz="half" idx="10"/>
          </p:nvPr>
        </p:nvSpPr>
        <p:spPr/>
        <p:txBody>
          <a:bodyPr/>
          <a:lstStyle/>
          <a:p>
            <a:fld id="{928ED164-0176-427B-B655-3CEFD44AA7C9}" type="datetime1">
              <a:rPr lang="en-US" smtClean="0"/>
              <a:t>6/23/2025</a:t>
            </a:fld>
            <a:endParaRPr lang="en-US"/>
          </a:p>
        </p:txBody>
      </p:sp>
    </p:spTree>
    <p:extLst>
      <p:ext uri="{BB962C8B-B14F-4D97-AF65-F5344CB8AC3E}">
        <p14:creationId xmlns:p14="http://schemas.microsoft.com/office/powerpoint/2010/main" val="2187274589"/>
      </p:ext>
    </p:extLst>
  </p:cSld>
  <p:clrMapOvr>
    <a:masterClrMapping/>
  </p:clrMapOvr>
  <mc:AlternateContent xmlns:mc="http://schemas.openxmlformats.org/markup-compatibility/2006">
    <mc:Choice xmlns:p14="http://schemas.microsoft.com/office/powerpoint/2010/main" Requires="p14">
      <p:transition spd="slow" p14:dur="2500">
        <p:checker/>
        <p:sndAc>
          <p:stSnd>
            <p:snd r:embed="rId2" name="bomb.wav"/>
          </p:stSnd>
        </p:sndAc>
      </p:transition>
    </mc:Choice>
    <mc:Fallback>
      <p:transition spd="slow">
        <p:checker/>
        <p:sndAc>
          <p:stSnd>
            <p:snd r:embed="rId2" name="bomb.wav"/>
          </p:stSnd>
        </p:sndAc>
      </p:transition>
    </mc:Fallback>
  </mc:AlternateContent>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smtClean="0"/>
              <a:t>Disadvantages </a:t>
            </a:r>
            <a:r>
              <a:rPr lang="en-US" dirty="0"/>
              <a:t>of the </a:t>
            </a:r>
            <a:r>
              <a:rPr lang="en-US" dirty="0" smtClean="0"/>
              <a:t>Internet</a:t>
            </a:r>
            <a:endParaRPr lang="en-US" dirty="0"/>
          </a:p>
        </p:txBody>
      </p:sp>
      <p:sp>
        <p:nvSpPr>
          <p:cNvPr id="3" name="Content Placeholder 2"/>
          <p:cNvSpPr>
            <a:spLocks noGrp="1"/>
          </p:cNvSpPr>
          <p:nvPr>
            <p:ph idx="1"/>
          </p:nvPr>
        </p:nvSpPr>
        <p:spPr/>
        <p:txBody>
          <a:bodyPr>
            <a:normAutofit fontScale="92500"/>
          </a:bodyPr>
          <a:lstStyle/>
          <a:p>
            <a:pPr algn="just" rtl="0"/>
            <a:r>
              <a:rPr lang="en-US" sz="3200" dirty="0"/>
              <a:t>Although the Internet is one of the greatest creations, it also has many disadvantages. Because the internet is easily accessible to anyone, it can be a dangerous place. You have to know who you're dealing with or what you're getting into. Predators, cyber criminals, bullies, and corrupt businesses will try to take advantage of the unwary visitor.</a:t>
            </a:r>
          </a:p>
        </p:txBody>
      </p:sp>
      <p:sp>
        <p:nvSpPr>
          <p:cNvPr id="4" name="Date Placeholder 3"/>
          <p:cNvSpPr>
            <a:spLocks noGrp="1"/>
          </p:cNvSpPr>
          <p:nvPr>
            <p:ph type="dt" sz="half" idx="10"/>
          </p:nvPr>
        </p:nvSpPr>
        <p:spPr/>
        <p:txBody>
          <a:bodyPr/>
          <a:lstStyle/>
          <a:p>
            <a:fld id="{7E7A2093-B912-4E96-8508-FC5B287589CF}" type="datetime1">
              <a:rPr lang="en-US" smtClean="0"/>
              <a:t>6/23/2025</a:t>
            </a:fld>
            <a:endParaRPr lang="en-US"/>
          </a:p>
        </p:txBody>
      </p:sp>
    </p:spTree>
    <p:extLst>
      <p:ext uri="{BB962C8B-B14F-4D97-AF65-F5344CB8AC3E}">
        <p14:creationId xmlns:p14="http://schemas.microsoft.com/office/powerpoint/2010/main" val="1265134774"/>
      </p:ext>
    </p:extLst>
  </p:cSld>
  <p:clrMapOvr>
    <a:masterClrMapping/>
  </p:clrMapOvr>
  <mc:AlternateContent xmlns:mc="http://schemas.openxmlformats.org/markup-compatibility/2006">
    <mc:Choice xmlns:p14="http://schemas.microsoft.com/office/powerpoint/2010/main" Requires="p14">
      <p:transition spd="slow" p14:dur="2500">
        <p:checker/>
        <p:sndAc>
          <p:stSnd>
            <p:snd r:embed="rId2" name="bomb.wav"/>
          </p:stSnd>
        </p:sndAc>
      </p:transition>
    </mc:Choice>
    <mc:Fallback>
      <p:transition spd="slow">
        <p:checker/>
        <p:sndAc>
          <p:stSnd>
            <p:snd r:embed="rId2" name="bomb.wav"/>
          </p:stSnd>
        </p:sndAc>
      </p:transition>
    </mc:Fallback>
  </mc:AlternateContent>
  <p:timing>
    <p:tnLst>
      <p:par>
        <p:cTn id="1" dur="indefinite" restart="never" nodeType="tmRoot"/>
      </p:par>
    </p:tnLst>
  </p:timing>
</p:sld>
</file>

<file path=ppt/theme/theme1.xml><?xml version="1.0" encoding="utf-8"?>
<a:theme xmlns:a="http://schemas.openxmlformats.org/drawingml/2006/main" name="Facet">
  <a:themeElements>
    <a:clrScheme name="Facet">
      <a:dk1>
        <a:sysClr val="windowText" lastClr="000000"/>
      </a:dk1>
      <a:lt1>
        <a:sysClr val="window" lastClr="FFFFFF"/>
      </a:lt1>
      <a:dk2>
        <a:srgbClr val="2C3C43"/>
      </a:dk2>
      <a:lt2>
        <a:srgbClr val="EBEBEB"/>
      </a:lt2>
      <a:accent1>
        <a:srgbClr val="90C226"/>
      </a:accent1>
      <a:accent2>
        <a:srgbClr val="54A021"/>
      </a:accent2>
      <a:accent3>
        <a:srgbClr val="E6B91E"/>
      </a:accent3>
      <a:accent4>
        <a:srgbClr val="E76618"/>
      </a:accent4>
      <a:accent5>
        <a:srgbClr val="C42F1A"/>
      </a:accent5>
      <a:accent6>
        <a:srgbClr val="918655"/>
      </a:accent6>
      <a:hlink>
        <a:srgbClr val="99CA3C"/>
      </a:hlink>
      <a:folHlink>
        <a:srgbClr val="B9D181"/>
      </a:folHlink>
    </a:clrScheme>
    <a:fontScheme name="Facet">
      <a:majorFont>
        <a:latin typeface="Trebuchet MS" panose="020B0603020202020204"/>
        <a:ea typeface=""/>
        <a:cs typeface=""/>
        <a:font script="Jpan" typeface="メイリオ"/>
        <a:font script="Hang" typeface="맑은 고딕"/>
        <a:font script="Hans" typeface="方正姚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rebuchet MS" panose="020B0603020202020204"/>
        <a:ea typeface=""/>
        <a:cs typeface=""/>
        <a:font script="Jpan" typeface="メイリオ"/>
        <a:font script="Hang" typeface="HY그래픽M"/>
        <a:font script="Hans" typeface="华文新魏"/>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Facet">
      <a:fillStyleLst>
        <a:solidFill>
          <a:schemeClr val="phClr"/>
        </a:solidFill>
        <a:gradFill rotWithShape="1">
          <a:gsLst>
            <a:gs pos="0">
              <a:schemeClr val="phClr">
                <a:tint val="65000"/>
                <a:lumMod val="110000"/>
              </a:schemeClr>
            </a:gs>
            <a:gs pos="88000">
              <a:schemeClr val="phClr">
                <a:tint val="90000"/>
              </a:schemeClr>
            </a:gs>
          </a:gsLst>
          <a:lin ang="5400000" scaled="0"/>
        </a:gradFill>
        <a:gradFill rotWithShape="1">
          <a:gsLst>
            <a:gs pos="0">
              <a:schemeClr val="phClr">
                <a:tint val="96000"/>
                <a:lumMod val="100000"/>
              </a:schemeClr>
            </a:gs>
            <a:gs pos="78000">
              <a:schemeClr val="phClr">
                <a:shade val="94000"/>
                <a:lumMod val="94000"/>
              </a:schemeClr>
            </a:gs>
          </a:gsLst>
          <a:lin ang="5400000" scaled="0"/>
        </a:gradFill>
      </a:fillStyleLst>
      <a:lnStyleLst>
        <a:ln w="12700"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35000"/>
              </a:srgbClr>
            </a:outerShdw>
          </a:effectLst>
        </a:effectStyle>
        <a:effectStyle>
          <a:effectLst>
            <a:outerShdw blurRad="50800" dist="38100" dir="5400000" rotWithShape="0">
              <a:srgbClr val="000000">
                <a:alpha val="35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0000"/>
                <a:lumMod val="104000"/>
              </a:schemeClr>
            </a:gs>
            <a:gs pos="94000">
              <a:schemeClr val="phClr">
                <a:shade val="96000"/>
                <a:lumMod val="82000"/>
              </a:schemeClr>
            </a:gs>
          </a:gsLst>
          <a:lin ang="5400000" scaled="0"/>
        </a:gradFill>
        <a:gradFill rotWithShape="1">
          <a:gsLst>
            <a:gs pos="0">
              <a:schemeClr val="phClr">
                <a:tint val="90000"/>
                <a:lumMod val="110000"/>
              </a:schemeClr>
            </a:gs>
            <a:gs pos="100000">
              <a:schemeClr val="phClr">
                <a:shade val="94000"/>
                <a:lumMod val="9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Facet" id="{C0C680CD-088A-49FC-A102-D699147F32B2}" vid="{CFBC31BA-B70F-4F30-BCAA-4F3011E16C4D}"/>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Facet</Template>
  <TotalTime>53</TotalTime>
  <Words>360</Words>
  <Application>Microsoft Office PowerPoint</Application>
  <PresentationFormat>Widescreen</PresentationFormat>
  <Paragraphs>49</Paragraphs>
  <Slides>10</Slides>
  <Notes>1</Notes>
  <HiddenSlides>0</HiddenSlides>
  <MMClips>0</MMClips>
  <ScaleCrop>false</ScaleCrop>
  <HeadingPairs>
    <vt:vector size="8" baseType="variant">
      <vt:variant>
        <vt:lpstr>Fonts Used</vt:lpstr>
      </vt:variant>
      <vt:variant>
        <vt:i4>4</vt:i4>
      </vt:variant>
      <vt:variant>
        <vt:lpstr>Theme</vt:lpstr>
      </vt:variant>
      <vt:variant>
        <vt:i4>1</vt:i4>
      </vt:variant>
      <vt:variant>
        <vt:lpstr>Slide Titles</vt:lpstr>
      </vt:variant>
      <vt:variant>
        <vt:i4>10</vt:i4>
      </vt:variant>
      <vt:variant>
        <vt:lpstr>Custom Shows</vt:lpstr>
      </vt:variant>
      <vt:variant>
        <vt:i4>1</vt:i4>
      </vt:variant>
    </vt:vector>
  </HeadingPairs>
  <TitlesOfParts>
    <vt:vector size="16" baseType="lpstr">
      <vt:lpstr>Arial</vt:lpstr>
      <vt:lpstr>Calibri</vt:lpstr>
      <vt:lpstr>Trebuchet MS</vt:lpstr>
      <vt:lpstr>Wingdings 3</vt:lpstr>
      <vt:lpstr>Facet</vt:lpstr>
      <vt:lpstr>Introduction To Information Technology</vt:lpstr>
      <vt:lpstr>Introduction to computer</vt:lpstr>
      <vt:lpstr>Input Devices</vt:lpstr>
      <vt:lpstr>Storage Technology</vt:lpstr>
      <vt:lpstr>Hard disk </vt:lpstr>
      <vt:lpstr>Hard disk </vt:lpstr>
      <vt:lpstr>Apple</vt:lpstr>
      <vt:lpstr>What is the internet</vt:lpstr>
      <vt:lpstr>Who Owns the Internet?</vt:lpstr>
      <vt:lpstr>Disadvantages of the Internet</vt:lpstr>
      <vt:lpstr>Custom Show 1</vt:lpstr>
    </vt:vector>
  </TitlesOfParts>
  <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Introduction To Information Technology</dc:title>
  <dc:creator>User</dc:creator>
  <cp:lastModifiedBy>User</cp:lastModifiedBy>
  <cp:revision>7</cp:revision>
  <dcterms:created xsi:type="dcterms:W3CDTF">2025-06-21T10:48:17Z</dcterms:created>
  <dcterms:modified xsi:type="dcterms:W3CDTF">2025-06-23T10:49:37Z</dcterms:modified>
</cp:coreProperties>
</file>