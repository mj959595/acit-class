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938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4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D6F975-A93C-4822-BFEC-B97CAFDE84FC}" type="datetimeFigureOut">
              <a:rPr lang="en-PK" smtClean="0"/>
              <a:t>01/11/2025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DF1BA4-B012-44EE-BAED-85619B827A3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70531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image" Target="../media/image3.svg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image" Target="../media/image2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15" Type="http://schemas.openxmlformats.org/officeDocument/2006/relationships/image" Target="../media/image7.svg"/><Relationship Id="rId10" Type="http://schemas.openxmlformats.org/officeDocument/2006/relationships/tags" Target="../tags/tag27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3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image" Target="../media/image7.svg"/><Relationship Id="rId5" Type="http://schemas.openxmlformats.org/officeDocument/2006/relationships/tags" Target="../tags/tag32.xml"/><Relationship Id="rId10" Type="http://schemas.openxmlformats.org/officeDocument/2006/relationships/image" Target="../media/image6.png"/><Relationship Id="rId4" Type="http://schemas.openxmlformats.org/officeDocument/2006/relationships/tags" Target="../tags/tag31.xml"/><Relationship Id="rId9" Type="http://schemas.openxmlformats.org/officeDocument/2006/relationships/image" Target="../media/image3.sv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10" Type="http://schemas.openxmlformats.org/officeDocument/2006/relationships/image" Target="../media/image3.svg"/><Relationship Id="rId4" Type="http://schemas.openxmlformats.org/officeDocument/2006/relationships/tags" Target="../tags/tag37.xml"/><Relationship Id="rId9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10" Type="http://schemas.openxmlformats.org/officeDocument/2006/relationships/image" Target="../media/image3.svg"/><Relationship Id="rId4" Type="http://schemas.openxmlformats.org/officeDocument/2006/relationships/tags" Target="../tags/tag44.xml"/><Relationship Id="rId9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10" Type="http://schemas.openxmlformats.org/officeDocument/2006/relationships/image" Target="../media/image3.svg"/><Relationship Id="rId4" Type="http://schemas.openxmlformats.org/officeDocument/2006/relationships/tags" Target="../tags/tag51.xml"/><Relationship Id="rId9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7" Type="http://schemas.openxmlformats.org/officeDocument/2006/relationships/image" Target="../media/image3.svg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image" Target="../media/image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7" Type="http://schemas.openxmlformats.org/officeDocument/2006/relationships/image" Target="../media/image3.svg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image" Target="../media/image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7" Type="http://schemas.openxmlformats.org/officeDocument/2006/relationships/image" Target="../media/image3.svg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image" Target="../media/image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7" Type="http://schemas.openxmlformats.org/officeDocument/2006/relationships/image" Target="../media/image3.svg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image" Target="../media/image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0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7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9" Type="http://schemas.openxmlformats.org/officeDocument/2006/relationships/image" Target="../media/image3.sv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7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9" Type="http://schemas.openxmlformats.org/officeDocument/2006/relationships/image" Target="../media/image3.sv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8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9" Type="http://schemas.openxmlformats.org/officeDocument/2006/relationships/image" Target="../media/image3.sv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96.xml"/><Relationship Id="rId3" Type="http://schemas.openxmlformats.org/officeDocument/2006/relationships/tags" Target="../tags/tag91.xml"/><Relationship Id="rId7" Type="http://schemas.openxmlformats.org/officeDocument/2006/relationships/tags" Target="../tags/tag95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image" Target="../media/image3.svg"/><Relationship Id="rId5" Type="http://schemas.openxmlformats.org/officeDocument/2006/relationships/tags" Target="../tags/tag93.xml"/><Relationship Id="rId10" Type="http://schemas.openxmlformats.org/officeDocument/2006/relationships/image" Target="../media/image2.png"/><Relationship Id="rId4" Type="http://schemas.openxmlformats.org/officeDocument/2006/relationships/tags" Target="../tags/tag92.xml"/><Relationship Id="rId9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104.xml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11" Type="http://schemas.openxmlformats.org/officeDocument/2006/relationships/image" Target="../media/image3.svg"/><Relationship Id="rId5" Type="http://schemas.openxmlformats.org/officeDocument/2006/relationships/tags" Target="../tags/tag101.xml"/><Relationship Id="rId10" Type="http://schemas.openxmlformats.org/officeDocument/2006/relationships/image" Target="../media/image2.png"/><Relationship Id="rId4" Type="http://schemas.openxmlformats.org/officeDocument/2006/relationships/tags" Target="../tags/tag100.xml"/><Relationship Id="rId9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112.xml"/><Relationship Id="rId3" Type="http://schemas.openxmlformats.org/officeDocument/2006/relationships/tags" Target="../tags/tag107.xml"/><Relationship Id="rId7" Type="http://schemas.openxmlformats.org/officeDocument/2006/relationships/tags" Target="../tags/tag111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tags" Target="../tags/tag110.xml"/><Relationship Id="rId11" Type="http://schemas.openxmlformats.org/officeDocument/2006/relationships/image" Target="../media/image3.svg"/><Relationship Id="rId5" Type="http://schemas.openxmlformats.org/officeDocument/2006/relationships/tags" Target="../tags/tag109.xml"/><Relationship Id="rId10" Type="http://schemas.openxmlformats.org/officeDocument/2006/relationships/image" Target="../media/image2.png"/><Relationship Id="rId4" Type="http://schemas.openxmlformats.org/officeDocument/2006/relationships/tags" Target="../tags/tag108.xml"/><Relationship Id="rId9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120.xml"/><Relationship Id="rId13" Type="http://schemas.openxmlformats.org/officeDocument/2006/relationships/image" Target="../media/image3.svg"/><Relationship Id="rId3" Type="http://schemas.openxmlformats.org/officeDocument/2006/relationships/tags" Target="../tags/tag115.xml"/><Relationship Id="rId7" Type="http://schemas.openxmlformats.org/officeDocument/2006/relationships/tags" Target="../tags/tag119.xml"/><Relationship Id="rId12" Type="http://schemas.openxmlformats.org/officeDocument/2006/relationships/image" Target="../media/image2.png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6" Type="http://schemas.openxmlformats.org/officeDocument/2006/relationships/tags" Target="../tags/tag118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17.xml"/><Relationship Id="rId10" Type="http://schemas.openxmlformats.org/officeDocument/2006/relationships/tags" Target="../tags/tag122.xml"/><Relationship Id="rId4" Type="http://schemas.openxmlformats.org/officeDocument/2006/relationships/tags" Target="../tags/tag116.xml"/><Relationship Id="rId9" Type="http://schemas.openxmlformats.org/officeDocument/2006/relationships/tags" Target="../tags/tag121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130.xml"/><Relationship Id="rId13" Type="http://schemas.openxmlformats.org/officeDocument/2006/relationships/image" Target="../media/image3.svg"/><Relationship Id="rId3" Type="http://schemas.openxmlformats.org/officeDocument/2006/relationships/tags" Target="../tags/tag125.xml"/><Relationship Id="rId7" Type="http://schemas.openxmlformats.org/officeDocument/2006/relationships/tags" Target="../tags/tag129.xml"/><Relationship Id="rId12" Type="http://schemas.openxmlformats.org/officeDocument/2006/relationships/image" Target="../media/image2.png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6" Type="http://schemas.openxmlformats.org/officeDocument/2006/relationships/tags" Target="../tags/tag128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27.xml"/><Relationship Id="rId10" Type="http://schemas.openxmlformats.org/officeDocument/2006/relationships/tags" Target="../tags/tag132.xml"/><Relationship Id="rId4" Type="http://schemas.openxmlformats.org/officeDocument/2006/relationships/tags" Target="../tags/tag126.xml"/><Relationship Id="rId9" Type="http://schemas.openxmlformats.org/officeDocument/2006/relationships/tags" Target="../tags/tag131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140.xml"/><Relationship Id="rId13" Type="http://schemas.openxmlformats.org/officeDocument/2006/relationships/image" Target="../media/image3.svg"/><Relationship Id="rId3" Type="http://schemas.openxmlformats.org/officeDocument/2006/relationships/tags" Target="../tags/tag135.xml"/><Relationship Id="rId7" Type="http://schemas.openxmlformats.org/officeDocument/2006/relationships/tags" Target="../tags/tag139.xml"/><Relationship Id="rId12" Type="http://schemas.openxmlformats.org/officeDocument/2006/relationships/image" Target="../media/image2.png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6" Type="http://schemas.openxmlformats.org/officeDocument/2006/relationships/tags" Target="../tags/tag138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37.xml"/><Relationship Id="rId10" Type="http://schemas.openxmlformats.org/officeDocument/2006/relationships/tags" Target="../tags/tag142.xml"/><Relationship Id="rId4" Type="http://schemas.openxmlformats.org/officeDocument/2006/relationships/tags" Target="../tags/tag136.xml"/><Relationship Id="rId9" Type="http://schemas.openxmlformats.org/officeDocument/2006/relationships/tags" Target="../tags/tag14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145.xml"/><Relationship Id="rId2" Type="http://schemas.openxmlformats.org/officeDocument/2006/relationships/tags" Target="../tags/tag144.xml"/><Relationship Id="rId1" Type="http://schemas.openxmlformats.org/officeDocument/2006/relationships/tags" Target="../tags/tag143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" Type="http://schemas.openxmlformats.org/officeDocument/2006/relationships/tags" Target="../tags/tag146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156.xml"/><Relationship Id="rId3" Type="http://schemas.openxmlformats.org/officeDocument/2006/relationships/tags" Target="../tags/tag151.xml"/><Relationship Id="rId7" Type="http://schemas.openxmlformats.org/officeDocument/2006/relationships/tags" Target="../tags/tag155.xml"/><Relationship Id="rId2" Type="http://schemas.openxmlformats.org/officeDocument/2006/relationships/tags" Target="../tags/tag150.xml"/><Relationship Id="rId1" Type="http://schemas.openxmlformats.org/officeDocument/2006/relationships/tags" Target="../tags/tag149.xml"/><Relationship Id="rId6" Type="http://schemas.openxmlformats.org/officeDocument/2006/relationships/tags" Target="../tags/tag154.xml"/><Relationship Id="rId11" Type="http://schemas.openxmlformats.org/officeDocument/2006/relationships/image" Target="../media/image3.svg"/><Relationship Id="rId5" Type="http://schemas.openxmlformats.org/officeDocument/2006/relationships/tags" Target="../tags/tag153.xml"/><Relationship Id="rId10" Type="http://schemas.openxmlformats.org/officeDocument/2006/relationships/image" Target="../media/image2.png"/><Relationship Id="rId4" Type="http://schemas.openxmlformats.org/officeDocument/2006/relationships/tags" Target="../tags/tag152.xml"/><Relationship Id="rId9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164.xml"/><Relationship Id="rId13" Type="http://schemas.openxmlformats.org/officeDocument/2006/relationships/image" Target="../media/image2.png"/><Relationship Id="rId3" Type="http://schemas.openxmlformats.org/officeDocument/2006/relationships/tags" Target="../tags/tag159.xml"/><Relationship Id="rId7" Type="http://schemas.openxmlformats.org/officeDocument/2006/relationships/tags" Target="../tags/tag163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158.xml"/><Relationship Id="rId1" Type="http://schemas.openxmlformats.org/officeDocument/2006/relationships/tags" Target="../tags/tag157.xml"/><Relationship Id="rId6" Type="http://schemas.openxmlformats.org/officeDocument/2006/relationships/tags" Target="../tags/tag162.xml"/><Relationship Id="rId11" Type="http://schemas.openxmlformats.org/officeDocument/2006/relationships/tags" Target="../tags/tag167.xml"/><Relationship Id="rId5" Type="http://schemas.openxmlformats.org/officeDocument/2006/relationships/tags" Target="../tags/tag161.xml"/><Relationship Id="rId10" Type="http://schemas.openxmlformats.org/officeDocument/2006/relationships/tags" Target="../tags/tag166.xml"/><Relationship Id="rId4" Type="http://schemas.openxmlformats.org/officeDocument/2006/relationships/tags" Target="../tags/tag160.xml"/><Relationship Id="rId9" Type="http://schemas.openxmlformats.org/officeDocument/2006/relationships/tags" Target="../tags/tag165.xml"/><Relationship Id="rId14" Type="http://schemas.openxmlformats.org/officeDocument/2006/relationships/image" Target="../media/image3.svg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175.xml"/><Relationship Id="rId13" Type="http://schemas.openxmlformats.org/officeDocument/2006/relationships/tags" Target="../tags/tag180.xml"/><Relationship Id="rId3" Type="http://schemas.openxmlformats.org/officeDocument/2006/relationships/tags" Target="../tags/tag170.xml"/><Relationship Id="rId7" Type="http://schemas.openxmlformats.org/officeDocument/2006/relationships/tags" Target="../tags/tag174.xml"/><Relationship Id="rId12" Type="http://schemas.openxmlformats.org/officeDocument/2006/relationships/tags" Target="../tags/tag179.xml"/><Relationship Id="rId17" Type="http://schemas.openxmlformats.org/officeDocument/2006/relationships/image" Target="../media/image3.svg"/><Relationship Id="rId2" Type="http://schemas.openxmlformats.org/officeDocument/2006/relationships/tags" Target="../tags/tag169.xml"/><Relationship Id="rId16" Type="http://schemas.openxmlformats.org/officeDocument/2006/relationships/image" Target="../media/image2.png"/><Relationship Id="rId1" Type="http://schemas.openxmlformats.org/officeDocument/2006/relationships/tags" Target="../tags/tag168.xml"/><Relationship Id="rId6" Type="http://schemas.openxmlformats.org/officeDocument/2006/relationships/tags" Target="../tags/tag173.xml"/><Relationship Id="rId11" Type="http://schemas.openxmlformats.org/officeDocument/2006/relationships/tags" Target="../tags/tag178.xml"/><Relationship Id="rId5" Type="http://schemas.openxmlformats.org/officeDocument/2006/relationships/tags" Target="../tags/tag172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177.xml"/><Relationship Id="rId4" Type="http://schemas.openxmlformats.org/officeDocument/2006/relationships/tags" Target="../tags/tag171.xml"/><Relationship Id="rId9" Type="http://schemas.openxmlformats.org/officeDocument/2006/relationships/tags" Target="../tags/tag176.xml"/><Relationship Id="rId14" Type="http://schemas.openxmlformats.org/officeDocument/2006/relationships/tags" Target="../tags/tag18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184.xml"/><Relationship Id="rId7" Type="http://schemas.openxmlformats.org/officeDocument/2006/relationships/image" Target="../media/image3.svg"/><Relationship Id="rId2" Type="http://schemas.openxmlformats.org/officeDocument/2006/relationships/tags" Target="../tags/tag183.xml"/><Relationship Id="rId1" Type="http://schemas.openxmlformats.org/officeDocument/2006/relationships/tags" Target="../tags/tag182.xml"/><Relationship Id="rId6" Type="http://schemas.openxmlformats.org/officeDocument/2006/relationships/image" Target="../media/image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85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188.xml"/><Relationship Id="rId7" Type="http://schemas.openxmlformats.org/officeDocument/2006/relationships/image" Target="../media/image3.svg"/><Relationship Id="rId2" Type="http://schemas.openxmlformats.org/officeDocument/2006/relationships/tags" Target="../tags/tag187.xml"/><Relationship Id="rId1" Type="http://schemas.openxmlformats.org/officeDocument/2006/relationships/tags" Target="../tags/tag186.xml"/><Relationship Id="rId6" Type="http://schemas.openxmlformats.org/officeDocument/2006/relationships/image" Target="../media/image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89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192.xml"/><Relationship Id="rId7" Type="http://schemas.openxmlformats.org/officeDocument/2006/relationships/image" Target="../media/image3.svg"/><Relationship Id="rId2" Type="http://schemas.openxmlformats.org/officeDocument/2006/relationships/tags" Target="../tags/tag191.xml"/><Relationship Id="rId1" Type="http://schemas.openxmlformats.org/officeDocument/2006/relationships/tags" Target="../tags/tag190.xml"/><Relationship Id="rId6" Type="http://schemas.openxmlformats.org/officeDocument/2006/relationships/image" Target="../media/image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9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196.xml"/><Relationship Id="rId7" Type="http://schemas.openxmlformats.org/officeDocument/2006/relationships/image" Target="../media/image3.svg"/><Relationship Id="rId2" Type="http://schemas.openxmlformats.org/officeDocument/2006/relationships/tags" Target="../tags/tag195.xml"/><Relationship Id="rId1" Type="http://schemas.openxmlformats.org/officeDocument/2006/relationships/tags" Target="../tags/tag194.xml"/><Relationship Id="rId6" Type="http://schemas.openxmlformats.org/officeDocument/2006/relationships/image" Target="../media/image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97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tags" Target="../tags/tag205.xml"/><Relationship Id="rId13" Type="http://schemas.openxmlformats.org/officeDocument/2006/relationships/image" Target="../media/image2.png"/><Relationship Id="rId3" Type="http://schemas.openxmlformats.org/officeDocument/2006/relationships/tags" Target="../tags/tag200.xml"/><Relationship Id="rId7" Type="http://schemas.openxmlformats.org/officeDocument/2006/relationships/tags" Target="../tags/tag204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199.xml"/><Relationship Id="rId1" Type="http://schemas.openxmlformats.org/officeDocument/2006/relationships/tags" Target="../tags/tag198.xml"/><Relationship Id="rId6" Type="http://schemas.openxmlformats.org/officeDocument/2006/relationships/tags" Target="../tags/tag203.xml"/><Relationship Id="rId11" Type="http://schemas.openxmlformats.org/officeDocument/2006/relationships/tags" Target="../tags/tag208.xml"/><Relationship Id="rId5" Type="http://schemas.openxmlformats.org/officeDocument/2006/relationships/tags" Target="../tags/tag202.xml"/><Relationship Id="rId10" Type="http://schemas.openxmlformats.org/officeDocument/2006/relationships/tags" Target="../tags/tag207.xml"/><Relationship Id="rId4" Type="http://schemas.openxmlformats.org/officeDocument/2006/relationships/tags" Target="../tags/tag201.xml"/><Relationship Id="rId9" Type="http://schemas.openxmlformats.org/officeDocument/2006/relationships/tags" Target="../tags/tag206.xml"/><Relationship Id="rId14" Type="http://schemas.openxmlformats.org/officeDocument/2006/relationships/image" Target="../media/image3.sv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tags" Target="../tags/tag216.xml"/><Relationship Id="rId13" Type="http://schemas.openxmlformats.org/officeDocument/2006/relationships/tags" Target="../tags/tag221.xml"/><Relationship Id="rId3" Type="http://schemas.openxmlformats.org/officeDocument/2006/relationships/tags" Target="../tags/tag211.xml"/><Relationship Id="rId7" Type="http://schemas.openxmlformats.org/officeDocument/2006/relationships/tags" Target="../tags/tag215.xml"/><Relationship Id="rId12" Type="http://schemas.openxmlformats.org/officeDocument/2006/relationships/tags" Target="../tags/tag220.xml"/><Relationship Id="rId17" Type="http://schemas.openxmlformats.org/officeDocument/2006/relationships/image" Target="../media/image3.svg"/><Relationship Id="rId2" Type="http://schemas.openxmlformats.org/officeDocument/2006/relationships/tags" Target="../tags/tag210.xml"/><Relationship Id="rId16" Type="http://schemas.openxmlformats.org/officeDocument/2006/relationships/image" Target="../media/image2.png"/><Relationship Id="rId1" Type="http://schemas.openxmlformats.org/officeDocument/2006/relationships/tags" Target="../tags/tag209.xml"/><Relationship Id="rId6" Type="http://schemas.openxmlformats.org/officeDocument/2006/relationships/tags" Target="../tags/tag214.xml"/><Relationship Id="rId11" Type="http://schemas.openxmlformats.org/officeDocument/2006/relationships/tags" Target="../tags/tag219.xml"/><Relationship Id="rId5" Type="http://schemas.openxmlformats.org/officeDocument/2006/relationships/tags" Target="../tags/tag213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218.xml"/><Relationship Id="rId4" Type="http://schemas.openxmlformats.org/officeDocument/2006/relationships/tags" Target="../tags/tag212.xml"/><Relationship Id="rId9" Type="http://schemas.openxmlformats.org/officeDocument/2006/relationships/tags" Target="../tags/tag217.xml"/><Relationship Id="rId14" Type="http://schemas.openxmlformats.org/officeDocument/2006/relationships/tags" Target="../tags/tag222.xml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tags" Target="../tags/tag230.xml"/><Relationship Id="rId13" Type="http://schemas.openxmlformats.org/officeDocument/2006/relationships/tags" Target="../tags/tag235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25.xml"/><Relationship Id="rId7" Type="http://schemas.openxmlformats.org/officeDocument/2006/relationships/tags" Target="../tags/tag229.xml"/><Relationship Id="rId12" Type="http://schemas.openxmlformats.org/officeDocument/2006/relationships/tags" Target="../tags/tag234.xml"/><Relationship Id="rId17" Type="http://schemas.openxmlformats.org/officeDocument/2006/relationships/tags" Target="../tags/tag239.xml"/><Relationship Id="rId2" Type="http://schemas.openxmlformats.org/officeDocument/2006/relationships/tags" Target="../tags/tag224.xml"/><Relationship Id="rId16" Type="http://schemas.openxmlformats.org/officeDocument/2006/relationships/tags" Target="../tags/tag238.xml"/><Relationship Id="rId20" Type="http://schemas.openxmlformats.org/officeDocument/2006/relationships/image" Target="../media/image3.svg"/><Relationship Id="rId1" Type="http://schemas.openxmlformats.org/officeDocument/2006/relationships/tags" Target="../tags/tag223.xml"/><Relationship Id="rId6" Type="http://schemas.openxmlformats.org/officeDocument/2006/relationships/tags" Target="../tags/tag228.xml"/><Relationship Id="rId11" Type="http://schemas.openxmlformats.org/officeDocument/2006/relationships/tags" Target="../tags/tag233.xml"/><Relationship Id="rId5" Type="http://schemas.openxmlformats.org/officeDocument/2006/relationships/tags" Target="../tags/tag227.xml"/><Relationship Id="rId15" Type="http://schemas.openxmlformats.org/officeDocument/2006/relationships/tags" Target="../tags/tag237.xml"/><Relationship Id="rId10" Type="http://schemas.openxmlformats.org/officeDocument/2006/relationships/tags" Target="../tags/tag232.xml"/><Relationship Id="rId19" Type="http://schemas.openxmlformats.org/officeDocument/2006/relationships/image" Target="../media/image2.png"/><Relationship Id="rId4" Type="http://schemas.openxmlformats.org/officeDocument/2006/relationships/tags" Target="../tags/tag226.xml"/><Relationship Id="rId9" Type="http://schemas.openxmlformats.org/officeDocument/2006/relationships/tags" Target="../tags/tag231.xml"/><Relationship Id="rId14" Type="http://schemas.openxmlformats.org/officeDocument/2006/relationships/tags" Target="../tags/tag236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tags" Target="../tags/tag247.xml"/><Relationship Id="rId13" Type="http://schemas.openxmlformats.org/officeDocument/2006/relationships/tags" Target="../tags/tag252.xml"/><Relationship Id="rId18" Type="http://schemas.openxmlformats.org/officeDocument/2006/relationships/tags" Target="../tags/tag257.xml"/><Relationship Id="rId3" Type="http://schemas.openxmlformats.org/officeDocument/2006/relationships/tags" Target="../tags/tag242.xml"/><Relationship Id="rId21" Type="http://schemas.openxmlformats.org/officeDocument/2006/relationships/slideMaster" Target="../slideMasters/slideMaster1.xml"/><Relationship Id="rId7" Type="http://schemas.openxmlformats.org/officeDocument/2006/relationships/tags" Target="../tags/tag246.xml"/><Relationship Id="rId12" Type="http://schemas.openxmlformats.org/officeDocument/2006/relationships/tags" Target="../tags/tag251.xml"/><Relationship Id="rId17" Type="http://schemas.openxmlformats.org/officeDocument/2006/relationships/tags" Target="../tags/tag256.xml"/><Relationship Id="rId2" Type="http://schemas.openxmlformats.org/officeDocument/2006/relationships/tags" Target="../tags/tag241.xml"/><Relationship Id="rId16" Type="http://schemas.openxmlformats.org/officeDocument/2006/relationships/tags" Target="../tags/tag255.xml"/><Relationship Id="rId20" Type="http://schemas.openxmlformats.org/officeDocument/2006/relationships/tags" Target="../tags/tag259.xml"/><Relationship Id="rId1" Type="http://schemas.openxmlformats.org/officeDocument/2006/relationships/tags" Target="../tags/tag240.xml"/><Relationship Id="rId6" Type="http://schemas.openxmlformats.org/officeDocument/2006/relationships/tags" Target="../tags/tag245.xml"/><Relationship Id="rId11" Type="http://schemas.openxmlformats.org/officeDocument/2006/relationships/tags" Target="../tags/tag250.xml"/><Relationship Id="rId5" Type="http://schemas.openxmlformats.org/officeDocument/2006/relationships/tags" Target="../tags/tag244.xml"/><Relationship Id="rId15" Type="http://schemas.openxmlformats.org/officeDocument/2006/relationships/tags" Target="../tags/tag254.xml"/><Relationship Id="rId23" Type="http://schemas.openxmlformats.org/officeDocument/2006/relationships/image" Target="../media/image3.svg"/><Relationship Id="rId10" Type="http://schemas.openxmlformats.org/officeDocument/2006/relationships/tags" Target="../tags/tag249.xml"/><Relationship Id="rId19" Type="http://schemas.openxmlformats.org/officeDocument/2006/relationships/tags" Target="../tags/tag258.xml"/><Relationship Id="rId4" Type="http://schemas.openxmlformats.org/officeDocument/2006/relationships/tags" Target="../tags/tag243.xml"/><Relationship Id="rId9" Type="http://schemas.openxmlformats.org/officeDocument/2006/relationships/tags" Target="../tags/tag248.xml"/><Relationship Id="rId14" Type="http://schemas.openxmlformats.org/officeDocument/2006/relationships/tags" Target="../tags/tag253.xml"/><Relationship Id="rId22" Type="http://schemas.openxmlformats.org/officeDocument/2006/relationships/image" Target="../media/image2.png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tags" Target="../tags/tag267.xml"/><Relationship Id="rId13" Type="http://schemas.openxmlformats.org/officeDocument/2006/relationships/image" Target="../media/image2.png"/><Relationship Id="rId3" Type="http://schemas.openxmlformats.org/officeDocument/2006/relationships/tags" Target="../tags/tag262.xml"/><Relationship Id="rId7" Type="http://schemas.openxmlformats.org/officeDocument/2006/relationships/tags" Target="../tags/tag266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261.xml"/><Relationship Id="rId1" Type="http://schemas.openxmlformats.org/officeDocument/2006/relationships/tags" Target="../tags/tag260.xml"/><Relationship Id="rId6" Type="http://schemas.openxmlformats.org/officeDocument/2006/relationships/tags" Target="../tags/tag265.xml"/><Relationship Id="rId11" Type="http://schemas.openxmlformats.org/officeDocument/2006/relationships/tags" Target="../tags/tag270.xml"/><Relationship Id="rId5" Type="http://schemas.openxmlformats.org/officeDocument/2006/relationships/tags" Target="../tags/tag264.xml"/><Relationship Id="rId10" Type="http://schemas.openxmlformats.org/officeDocument/2006/relationships/tags" Target="../tags/tag269.xml"/><Relationship Id="rId4" Type="http://schemas.openxmlformats.org/officeDocument/2006/relationships/tags" Target="../tags/tag263.xml"/><Relationship Id="rId9" Type="http://schemas.openxmlformats.org/officeDocument/2006/relationships/tags" Target="../tags/tag268.xml"/><Relationship Id="rId14" Type="http://schemas.openxmlformats.org/officeDocument/2006/relationships/image" Target="../media/image3.svg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tags" Target="../tags/tag278.xml"/><Relationship Id="rId13" Type="http://schemas.openxmlformats.org/officeDocument/2006/relationships/tags" Target="../tags/tag283.xml"/><Relationship Id="rId3" Type="http://schemas.openxmlformats.org/officeDocument/2006/relationships/tags" Target="../tags/tag273.xml"/><Relationship Id="rId7" Type="http://schemas.openxmlformats.org/officeDocument/2006/relationships/tags" Target="../tags/tag277.xml"/><Relationship Id="rId12" Type="http://schemas.openxmlformats.org/officeDocument/2006/relationships/tags" Target="../tags/tag282.xml"/><Relationship Id="rId17" Type="http://schemas.openxmlformats.org/officeDocument/2006/relationships/image" Target="../media/image3.svg"/><Relationship Id="rId2" Type="http://schemas.openxmlformats.org/officeDocument/2006/relationships/tags" Target="../tags/tag272.xml"/><Relationship Id="rId16" Type="http://schemas.openxmlformats.org/officeDocument/2006/relationships/image" Target="../media/image2.png"/><Relationship Id="rId1" Type="http://schemas.openxmlformats.org/officeDocument/2006/relationships/tags" Target="../tags/tag271.xml"/><Relationship Id="rId6" Type="http://schemas.openxmlformats.org/officeDocument/2006/relationships/tags" Target="../tags/tag276.xml"/><Relationship Id="rId11" Type="http://schemas.openxmlformats.org/officeDocument/2006/relationships/tags" Target="../tags/tag281.xml"/><Relationship Id="rId5" Type="http://schemas.openxmlformats.org/officeDocument/2006/relationships/tags" Target="../tags/tag275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280.xml"/><Relationship Id="rId4" Type="http://schemas.openxmlformats.org/officeDocument/2006/relationships/tags" Target="../tags/tag274.xml"/><Relationship Id="rId9" Type="http://schemas.openxmlformats.org/officeDocument/2006/relationships/tags" Target="../tags/tag279.xml"/><Relationship Id="rId14" Type="http://schemas.openxmlformats.org/officeDocument/2006/relationships/tags" Target="../tags/tag284.xml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tags" Target="../tags/tag292.xml"/><Relationship Id="rId13" Type="http://schemas.openxmlformats.org/officeDocument/2006/relationships/tags" Target="../tags/tag297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87.xml"/><Relationship Id="rId7" Type="http://schemas.openxmlformats.org/officeDocument/2006/relationships/tags" Target="../tags/tag291.xml"/><Relationship Id="rId12" Type="http://schemas.openxmlformats.org/officeDocument/2006/relationships/tags" Target="../tags/tag296.xml"/><Relationship Id="rId17" Type="http://schemas.openxmlformats.org/officeDocument/2006/relationships/tags" Target="../tags/tag301.xml"/><Relationship Id="rId2" Type="http://schemas.openxmlformats.org/officeDocument/2006/relationships/tags" Target="../tags/tag286.xml"/><Relationship Id="rId16" Type="http://schemas.openxmlformats.org/officeDocument/2006/relationships/tags" Target="../tags/tag300.xml"/><Relationship Id="rId20" Type="http://schemas.openxmlformats.org/officeDocument/2006/relationships/image" Target="../media/image3.svg"/><Relationship Id="rId1" Type="http://schemas.openxmlformats.org/officeDocument/2006/relationships/tags" Target="../tags/tag285.xml"/><Relationship Id="rId6" Type="http://schemas.openxmlformats.org/officeDocument/2006/relationships/tags" Target="../tags/tag290.xml"/><Relationship Id="rId11" Type="http://schemas.openxmlformats.org/officeDocument/2006/relationships/tags" Target="../tags/tag295.xml"/><Relationship Id="rId5" Type="http://schemas.openxmlformats.org/officeDocument/2006/relationships/tags" Target="../tags/tag289.xml"/><Relationship Id="rId15" Type="http://schemas.openxmlformats.org/officeDocument/2006/relationships/tags" Target="../tags/tag299.xml"/><Relationship Id="rId10" Type="http://schemas.openxmlformats.org/officeDocument/2006/relationships/tags" Target="../tags/tag294.xml"/><Relationship Id="rId19" Type="http://schemas.openxmlformats.org/officeDocument/2006/relationships/image" Target="../media/image2.png"/><Relationship Id="rId4" Type="http://schemas.openxmlformats.org/officeDocument/2006/relationships/tags" Target="../tags/tag288.xml"/><Relationship Id="rId9" Type="http://schemas.openxmlformats.org/officeDocument/2006/relationships/tags" Target="../tags/tag293.xml"/><Relationship Id="rId14" Type="http://schemas.openxmlformats.org/officeDocument/2006/relationships/tags" Target="../tags/tag298.xml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tags" Target="../tags/tag309.xml"/><Relationship Id="rId13" Type="http://schemas.openxmlformats.org/officeDocument/2006/relationships/tags" Target="../tags/tag314.xml"/><Relationship Id="rId18" Type="http://schemas.openxmlformats.org/officeDocument/2006/relationships/tags" Target="../tags/tag319.xml"/><Relationship Id="rId3" Type="http://schemas.openxmlformats.org/officeDocument/2006/relationships/tags" Target="../tags/tag304.xml"/><Relationship Id="rId21" Type="http://schemas.openxmlformats.org/officeDocument/2006/relationships/slideMaster" Target="../slideMasters/slideMaster1.xml"/><Relationship Id="rId7" Type="http://schemas.openxmlformats.org/officeDocument/2006/relationships/tags" Target="../tags/tag308.xml"/><Relationship Id="rId12" Type="http://schemas.openxmlformats.org/officeDocument/2006/relationships/tags" Target="../tags/tag313.xml"/><Relationship Id="rId17" Type="http://schemas.openxmlformats.org/officeDocument/2006/relationships/tags" Target="../tags/tag318.xml"/><Relationship Id="rId2" Type="http://schemas.openxmlformats.org/officeDocument/2006/relationships/tags" Target="../tags/tag303.xml"/><Relationship Id="rId16" Type="http://schemas.openxmlformats.org/officeDocument/2006/relationships/tags" Target="../tags/tag317.xml"/><Relationship Id="rId20" Type="http://schemas.openxmlformats.org/officeDocument/2006/relationships/tags" Target="../tags/tag321.xml"/><Relationship Id="rId1" Type="http://schemas.openxmlformats.org/officeDocument/2006/relationships/tags" Target="../tags/tag302.xml"/><Relationship Id="rId6" Type="http://schemas.openxmlformats.org/officeDocument/2006/relationships/tags" Target="../tags/tag307.xml"/><Relationship Id="rId11" Type="http://schemas.openxmlformats.org/officeDocument/2006/relationships/tags" Target="../tags/tag312.xml"/><Relationship Id="rId5" Type="http://schemas.openxmlformats.org/officeDocument/2006/relationships/tags" Target="../tags/tag306.xml"/><Relationship Id="rId15" Type="http://schemas.openxmlformats.org/officeDocument/2006/relationships/tags" Target="../tags/tag316.xml"/><Relationship Id="rId23" Type="http://schemas.openxmlformats.org/officeDocument/2006/relationships/image" Target="../media/image3.svg"/><Relationship Id="rId10" Type="http://schemas.openxmlformats.org/officeDocument/2006/relationships/tags" Target="../tags/tag311.xml"/><Relationship Id="rId19" Type="http://schemas.openxmlformats.org/officeDocument/2006/relationships/tags" Target="../tags/tag320.xml"/><Relationship Id="rId4" Type="http://schemas.openxmlformats.org/officeDocument/2006/relationships/tags" Target="../tags/tag305.xml"/><Relationship Id="rId9" Type="http://schemas.openxmlformats.org/officeDocument/2006/relationships/tags" Target="../tags/tag310.xml"/><Relationship Id="rId14" Type="http://schemas.openxmlformats.org/officeDocument/2006/relationships/tags" Target="../tags/tag315.xml"/><Relationship Id="rId22" Type="http://schemas.openxmlformats.org/officeDocument/2006/relationships/image" Target="../media/image2.png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tags" Target="../tags/tag329.xml"/><Relationship Id="rId13" Type="http://schemas.openxmlformats.org/officeDocument/2006/relationships/image" Target="../media/image3.svg"/><Relationship Id="rId18" Type="http://schemas.openxmlformats.org/officeDocument/2006/relationships/image" Target="../media/image12.png"/><Relationship Id="rId3" Type="http://schemas.openxmlformats.org/officeDocument/2006/relationships/tags" Target="../tags/tag324.xml"/><Relationship Id="rId21" Type="http://schemas.openxmlformats.org/officeDocument/2006/relationships/image" Target="../media/image15.svg"/><Relationship Id="rId7" Type="http://schemas.openxmlformats.org/officeDocument/2006/relationships/tags" Target="../tags/tag328.xml"/><Relationship Id="rId12" Type="http://schemas.openxmlformats.org/officeDocument/2006/relationships/image" Target="../media/image2.png"/><Relationship Id="rId17" Type="http://schemas.openxmlformats.org/officeDocument/2006/relationships/image" Target="../media/image11.svg"/><Relationship Id="rId2" Type="http://schemas.openxmlformats.org/officeDocument/2006/relationships/tags" Target="../tags/tag323.xml"/><Relationship Id="rId16" Type="http://schemas.openxmlformats.org/officeDocument/2006/relationships/image" Target="../media/image10.png"/><Relationship Id="rId20" Type="http://schemas.openxmlformats.org/officeDocument/2006/relationships/image" Target="../media/image14.png"/><Relationship Id="rId1" Type="http://schemas.openxmlformats.org/officeDocument/2006/relationships/tags" Target="../tags/tag322.xml"/><Relationship Id="rId6" Type="http://schemas.openxmlformats.org/officeDocument/2006/relationships/tags" Target="../tags/tag327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326.xml"/><Relationship Id="rId15" Type="http://schemas.openxmlformats.org/officeDocument/2006/relationships/image" Target="../media/image9.svg"/><Relationship Id="rId10" Type="http://schemas.openxmlformats.org/officeDocument/2006/relationships/tags" Target="../tags/tag331.xml"/><Relationship Id="rId19" Type="http://schemas.openxmlformats.org/officeDocument/2006/relationships/image" Target="../media/image13.svg"/><Relationship Id="rId4" Type="http://schemas.openxmlformats.org/officeDocument/2006/relationships/tags" Target="../tags/tag325.xml"/><Relationship Id="rId9" Type="http://schemas.openxmlformats.org/officeDocument/2006/relationships/tags" Target="../tags/tag330.xml"/><Relationship Id="rId14" Type="http://schemas.openxmlformats.org/officeDocument/2006/relationships/image" Target="../media/image8.png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tags" Target="../tags/tag339.xml"/><Relationship Id="rId13" Type="http://schemas.openxmlformats.org/officeDocument/2006/relationships/image" Target="../media/image3.svg"/><Relationship Id="rId18" Type="http://schemas.openxmlformats.org/officeDocument/2006/relationships/image" Target="../media/image20.png"/><Relationship Id="rId3" Type="http://schemas.openxmlformats.org/officeDocument/2006/relationships/tags" Target="../tags/tag334.xml"/><Relationship Id="rId21" Type="http://schemas.openxmlformats.org/officeDocument/2006/relationships/image" Target="../media/image23.svg"/><Relationship Id="rId7" Type="http://schemas.openxmlformats.org/officeDocument/2006/relationships/tags" Target="../tags/tag338.xml"/><Relationship Id="rId12" Type="http://schemas.openxmlformats.org/officeDocument/2006/relationships/image" Target="../media/image2.png"/><Relationship Id="rId17" Type="http://schemas.openxmlformats.org/officeDocument/2006/relationships/image" Target="../media/image19.svg"/><Relationship Id="rId2" Type="http://schemas.openxmlformats.org/officeDocument/2006/relationships/tags" Target="../tags/tag333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tags" Target="../tags/tag332.xml"/><Relationship Id="rId6" Type="http://schemas.openxmlformats.org/officeDocument/2006/relationships/tags" Target="../tags/tag337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336.xml"/><Relationship Id="rId15" Type="http://schemas.openxmlformats.org/officeDocument/2006/relationships/image" Target="../media/image17.svg"/><Relationship Id="rId10" Type="http://schemas.openxmlformats.org/officeDocument/2006/relationships/tags" Target="../tags/tag341.xml"/><Relationship Id="rId19" Type="http://schemas.openxmlformats.org/officeDocument/2006/relationships/image" Target="../media/image21.svg"/><Relationship Id="rId4" Type="http://schemas.openxmlformats.org/officeDocument/2006/relationships/tags" Target="../tags/tag335.xml"/><Relationship Id="rId9" Type="http://schemas.openxmlformats.org/officeDocument/2006/relationships/tags" Target="../tags/tag340.xml"/><Relationship Id="rId14" Type="http://schemas.openxmlformats.org/officeDocument/2006/relationships/image" Target="../media/image16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tags" Target="../tags/tag344.xml"/><Relationship Id="rId2" Type="http://schemas.openxmlformats.org/officeDocument/2006/relationships/tags" Target="../tags/tag343.xml"/><Relationship Id="rId1" Type="http://schemas.openxmlformats.org/officeDocument/2006/relationships/tags" Target="../tags/tag34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tags" Target="../tags/tag347.xml"/><Relationship Id="rId2" Type="http://schemas.openxmlformats.org/officeDocument/2006/relationships/tags" Target="../tags/tag346.xml"/><Relationship Id="rId1" Type="http://schemas.openxmlformats.org/officeDocument/2006/relationships/tags" Target="../tags/tag345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tags" Target="../tags/tag350.xml"/><Relationship Id="rId2" Type="http://schemas.openxmlformats.org/officeDocument/2006/relationships/tags" Target="../tags/tag349.xml"/><Relationship Id="rId1" Type="http://schemas.openxmlformats.org/officeDocument/2006/relationships/tags" Target="../tags/tag348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tags" Target="../tags/tag353.xml"/><Relationship Id="rId7" Type="http://schemas.openxmlformats.org/officeDocument/2006/relationships/image" Target="../media/image2.png"/><Relationship Id="rId2" Type="http://schemas.openxmlformats.org/officeDocument/2006/relationships/tags" Target="../tags/tag352.xml"/><Relationship Id="rId1" Type="http://schemas.openxmlformats.org/officeDocument/2006/relationships/tags" Target="../tags/tag35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355.xml"/><Relationship Id="rId4" Type="http://schemas.openxmlformats.org/officeDocument/2006/relationships/tags" Target="../tags/tag354.xml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tags" Target="../tags/tag363.xml"/><Relationship Id="rId3" Type="http://schemas.openxmlformats.org/officeDocument/2006/relationships/tags" Target="../tags/tag358.xml"/><Relationship Id="rId7" Type="http://schemas.openxmlformats.org/officeDocument/2006/relationships/tags" Target="../tags/tag362.xml"/><Relationship Id="rId2" Type="http://schemas.openxmlformats.org/officeDocument/2006/relationships/tags" Target="../tags/tag357.xml"/><Relationship Id="rId1" Type="http://schemas.openxmlformats.org/officeDocument/2006/relationships/tags" Target="../tags/tag356.xml"/><Relationship Id="rId6" Type="http://schemas.openxmlformats.org/officeDocument/2006/relationships/tags" Target="../tags/tag361.xml"/><Relationship Id="rId11" Type="http://schemas.openxmlformats.org/officeDocument/2006/relationships/image" Target="../media/image3.svg"/><Relationship Id="rId5" Type="http://schemas.openxmlformats.org/officeDocument/2006/relationships/tags" Target="../tags/tag360.xml"/><Relationship Id="rId10" Type="http://schemas.openxmlformats.org/officeDocument/2006/relationships/image" Target="../media/image2.png"/><Relationship Id="rId4" Type="http://schemas.openxmlformats.org/officeDocument/2006/relationships/tags" Target="../tags/tag359.xml"/><Relationship Id="rId9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tags" Target="../tags/tag371.xml"/><Relationship Id="rId13" Type="http://schemas.openxmlformats.org/officeDocument/2006/relationships/image" Target="../media/image3.svg"/><Relationship Id="rId3" Type="http://schemas.openxmlformats.org/officeDocument/2006/relationships/tags" Target="../tags/tag366.xml"/><Relationship Id="rId7" Type="http://schemas.openxmlformats.org/officeDocument/2006/relationships/tags" Target="../tags/tag370.xml"/><Relationship Id="rId12" Type="http://schemas.openxmlformats.org/officeDocument/2006/relationships/image" Target="../media/image2.png"/><Relationship Id="rId2" Type="http://schemas.openxmlformats.org/officeDocument/2006/relationships/tags" Target="../tags/tag365.xml"/><Relationship Id="rId1" Type="http://schemas.openxmlformats.org/officeDocument/2006/relationships/tags" Target="../tags/tag364.xml"/><Relationship Id="rId6" Type="http://schemas.openxmlformats.org/officeDocument/2006/relationships/tags" Target="../tags/tag369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368.xml"/><Relationship Id="rId10" Type="http://schemas.openxmlformats.org/officeDocument/2006/relationships/tags" Target="../tags/tag373.xml"/><Relationship Id="rId4" Type="http://schemas.openxmlformats.org/officeDocument/2006/relationships/tags" Target="../tags/tag367.xml"/><Relationship Id="rId9" Type="http://schemas.openxmlformats.org/officeDocument/2006/relationships/tags" Target="../tags/tag372.xml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tags" Target="../tags/tag381.xml"/><Relationship Id="rId13" Type="http://schemas.openxmlformats.org/officeDocument/2006/relationships/tags" Target="../tags/tag386.xml"/><Relationship Id="rId18" Type="http://schemas.openxmlformats.org/officeDocument/2006/relationships/image" Target="../media/image2.png"/><Relationship Id="rId3" Type="http://schemas.openxmlformats.org/officeDocument/2006/relationships/tags" Target="../tags/tag376.xml"/><Relationship Id="rId7" Type="http://schemas.openxmlformats.org/officeDocument/2006/relationships/tags" Target="../tags/tag380.xml"/><Relationship Id="rId12" Type="http://schemas.openxmlformats.org/officeDocument/2006/relationships/tags" Target="../tags/tag385.xml"/><Relationship Id="rId17" Type="http://schemas.openxmlformats.org/officeDocument/2006/relationships/slideMaster" Target="../slideMasters/slideMaster1.xml"/><Relationship Id="rId2" Type="http://schemas.openxmlformats.org/officeDocument/2006/relationships/tags" Target="../tags/tag375.xml"/><Relationship Id="rId16" Type="http://schemas.openxmlformats.org/officeDocument/2006/relationships/tags" Target="../tags/tag389.xml"/><Relationship Id="rId1" Type="http://schemas.openxmlformats.org/officeDocument/2006/relationships/tags" Target="../tags/tag374.xml"/><Relationship Id="rId6" Type="http://schemas.openxmlformats.org/officeDocument/2006/relationships/tags" Target="../tags/tag379.xml"/><Relationship Id="rId11" Type="http://schemas.openxmlformats.org/officeDocument/2006/relationships/tags" Target="../tags/tag384.xml"/><Relationship Id="rId5" Type="http://schemas.openxmlformats.org/officeDocument/2006/relationships/tags" Target="../tags/tag378.xml"/><Relationship Id="rId15" Type="http://schemas.openxmlformats.org/officeDocument/2006/relationships/tags" Target="../tags/tag388.xml"/><Relationship Id="rId10" Type="http://schemas.openxmlformats.org/officeDocument/2006/relationships/tags" Target="../tags/tag383.xml"/><Relationship Id="rId19" Type="http://schemas.openxmlformats.org/officeDocument/2006/relationships/image" Target="../media/image3.svg"/><Relationship Id="rId4" Type="http://schemas.openxmlformats.org/officeDocument/2006/relationships/tags" Target="../tags/tag377.xml"/><Relationship Id="rId9" Type="http://schemas.openxmlformats.org/officeDocument/2006/relationships/tags" Target="../tags/tag382.xml"/><Relationship Id="rId14" Type="http://schemas.openxmlformats.org/officeDocument/2006/relationships/tags" Target="../tags/tag387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91.xml"/><Relationship Id="rId1" Type="http://schemas.openxmlformats.org/officeDocument/2006/relationships/tags" Target="../tags/tag390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tags" Target="../tags/tag394.xml"/><Relationship Id="rId7" Type="http://schemas.openxmlformats.org/officeDocument/2006/relationships/image" Target="../media/image3.svg"/><Relationship Id="rId2" Type="http://schemas.openxmlformats.org/officeDocument/2006/relationships/tags" Target="../tags/tag393.xml"/><Relationship Id="rId1" Type="http://schemas.openxmlformats.org/officeDocument/2006/relationships/tags" Target="../tags/tag392.xml"/><Relationship Id="rId6" Type="http://schemas.openxmlformats.org/officeDocument/2006/relationships/image" Target="../media/image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5.xml"/></Relationships>
</file>

<file path=ppt/slideLayouts/_rels/slideLayout53.xml.rels><?xml version="1.0" encoding="UTF-8" standalone="yes"?>
<Relationships xmlns="http://schemas.openxmlformats.org/package/2006/relationships"><Relationship Id="rId8" Type="http://schemas.openxmlformats.org/officeDocument/2006/relationships/tags" Target="../tags/tag403.xml"/><Relationship Id="rId13" Type="http://schemas.openxmlformats.org/officeDocument/2006/relationships/image" Target="../media/image2.png"/><Relationship Id="rId3" Type="http://schemas.openxmlformats.org/officeDocument/2006/relationships/tags" Target="../tags/tag398.xml"/><Relationship Id="rId7" Type="http://schemas.openxmlformats.org/officeDocument/2006/relationships/tags" Target="../tags/tag402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397.xml"/><Relationship Id="rId1" Type="http://schemas.openxmlformats.org/officeDocument/2006/relationships/tags" Target="../tags/tag396.xml"/><Relationship Id="rId6" Type="http://schemas.openxmlformats.org/officeDocument/2006/relationships/tags" Target="../tags/tag401.xml"/><Relationship Id="rId11" Type="http://schemas.openxmlformats.org/officeDocument/2006/relationships/tags" Target="../tags/tag406.xml"/><Relationship Id="rId5" Type="http://schemas.openxmlformats.org/officeDocument/2006/relationships/tags" Target="../tags/tag400.xml"/><Relationship Id="rId10" Type="http://schemas.openxmlformats.org/officeDocument/2006/relationships/tags" Target="../tags/tag405.xml"/><Relationship Id="rId4" Type="http://schemas.openxmlformats.org/officeDocument/2006/relationships/tags" Target="../tags/tag399.xml"/><Relationship Id="rId9" Type="http://schemas.openxmlformats.org/officeDocument/2006/relationships/tags" Target="../tags/tag404.xml"/><Relationship Id="rId14" Type="http://schemas.openxmlformats.org/officeDocument/2006/relationships/image" Target="../media/image3.svg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tags" Target="../tags/tag414.xml"/><Relationship Id="rId13" Type="http://schemas.openxmlformats.org/officeDocument/2006/relationships/image" Target="../media/image2.png"/><Relationship Id="rId3" Type="http://schemas.openxmlformats.org/officeDocument/2006/relationships/tags" Target="../tags/tag409.xml"/><Relationship Id="rId7" Type="http://schemas.openxmlformats.org/officeDocument/2006/relationships/tags" Target="../tags/tag413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408.xml"/><Relationship Id="rId1" Type="http://schemas.openxmlformats.org/officeDocument/2006/relationships/tags" Target="../tags/tag407.xml"/><Relationship Id="rId6" Type="http://schemas.openxmlformats.org/officeDocument/2006/relationships/tags" Target="../tags/tag412.xml"/><Relationship Id="rId11" Type="http://schemas.openxmlformats.org/officeDocument/2006/relationships/tags" Target="../tags/tag417.xml"/><Relationship Id="rId5" Type="http://schemas.openxmlformats.org/officeDocument/2006/relationships/tags" Target="../tags/tag411.xml"/><Relationship Id="rId10" Type="http://schemas.openxmlformats.org/officeDocument/2006/relationships/tags" Target="../tags/tag416.xml"/><Relationship Id="rId4" Type="http://schemas.openxmlformats.org/officeDocument/2006/relationships/tags" Target="../tags/tag410.xml"/><Relationship Id="rId9" Type="http://schemas.openxmlformats.org/officeDocument/2006/relationships/tags" Target="../tags/tag415.xml"/><Relationship Id="rId14" Type="http://schemas.openxmlformats.org/officeDocument/2006/relationships/image" Target="../media/image3.svg"/></Relationships>
</file>

<file path=ppt/slideLayouts/_rels/slideLayout55.xml.rels><?xml version="1.0" encoding="UTF-8" standalone="yes"?>
<Relationships xmlns="http://schemas.openxmlformats.org/package/2006/relationships"><Relationship Id="rId8" Type="http://schemas.openxmlformats.org/officeDocument/2006/relationships/tags" Target="../tags/tag425.xml"/><Relationship Id="rId3" Type="http://schemas.openxmlformats.org/officeDocument/2006/relationships/tags" Target="../tags/tag420.xml"/><Relationship Id="rId7" Type="http://schemas.openxmlformats.org/officeDocument/2006/relationships/tags" Target="../tags/tag424.xml"/><Relationship Id="rId2" Type="http://schemas.openxmlformats.org/officeDocument/2006/relationships/tags" Target="../tags/tag419.xml"/><Relationship Id="rId1" Type="http://schemas.openxmlformats.org/officeDocument/2006/relationships/tags" Target="../tags/tag418.xml"/><Relationship Id="rId6" Type="http://schemas.openxmlformats.org/officeDocument/2006/relationships/tags" Target="../tags/tag423.xml"/><Relationship Id="rId11" Type="http://schemas.openxmlformats.org/officeDocument/2006/relationships/image" Target="../media/image3.svg"/><Relationship Id="rId5" Type="http://schemas.openxmlformats.org/officeDocument/2006/relationships/tags" Target="../tags/tag422.xml"/><Relationship Id="rId10" Type="http://schemas.openxmlformats.org/officeDocument/2006/relationships/image" Target="../media/image2.png"/><Relationship Id="rId4" Type="http://schemas.openxmlformats.org/officeDocument/2006/relationships/tags" Target="../tags/tag421.xml"/><Relationship Id="rId9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27.xml"/><Relationship Id="rId1" Type="http://schemas.openxmlformats.org/officeDocument/2006/relationships/tags" Target="../tags/tag426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28.xml"/><Relationship Id="rId4" Type="http://schemas.openxmlformats.org/officeDocument/2006/relationships/image" Target="../media/image3.svg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49AF0BE-EA0C-C2AF-FCBA-EAA6664E50DD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61811" y="1065937"/>
            <a:ext cx="11007418" cy="525886"/>
          </a:xfrm>
        </p:spPr>
        <p:txBody>
          <a:bodyPr wrap="square" lIns="36000" tIns="0" rIns="0" bIns="21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Name Date Placeholder">
            <a:extLst>
              <a:ext uri="{FF2B5EF4-FFF2-40B4-BE49-F238E27FC236}">
                <a16:creationId xmlns:a16="http://schemas.microsoft.com/office/drawing/2014/main" id="{C28C2C46-CCA7-9BC1-5A92-7E912F07EDA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87588" y="572328"/>
            <a:ext cx="7708750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5" name="Picture 19">
            <a:extLst>
              <a:ext uri="{FF2B5EF4-FFF2-40B4-BE49-F238E27FC236}">
                <a16:creationId xmlns:a16="http://schemas.microsoft.com/office/drawing/2014/main" id="{3133F166-DAE8-2B28-90E9-242BCBB4093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7375" y="3077439"/>
            <a:ext cx="11017250" cy="3780560"/>
          </a:xfrm>
          <a:prstGeom prst="round2SameRect">
            <a:avLst>
              <a:gd name="adj1" fmla="val 1357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1312CE-2C3B-2F5A-EA24-F624616A4902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61811" y="1605712"/>
            <a:ext cx="11007418" cy="125572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9657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0C79BE67-567B-E88E-133F-13F593DC6FD2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61811" y="1065937"/>
            <a:ext cx="11007418" cy="525886"/>
          </a:xfrm>
        </p:spPr>
        <p:txBody>
          <a:bodyPr wrap="square" lIns="36000" tIns="0" rIns="0" bIns="21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Name Date Placeholder">
            <a:extLst>
              <a:ext uri="{FF2B5EF4-FFF2-40B4-BE49-F238E27FC236}">
                <a16:creationId xmlns:a16="http://schemas.microsoft.com/office/drawing/2014/main" id="{2501E374-F1DA-2AD5-A054-82ED604C347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87588" y="572328"/>
            <a:ext cx="7707600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8" name="Picture 19">
            <a:extLst>
              <a:ext uri="{FF2B5EF4-FFF2-40B4-BE49-F238E27FC236}">
                <a16:creationId xmlns:a16="http://schemas.microsoft.com/office/drawing/2014/main" id="{BAABBAB7-1942-DB88-A446-DA1DD5C4476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7375" y="3077438"/>
            <a:ext cx="11017250" cy="3780561"/>
          </a:xfrm>
          <a:prstGeom prst="round2SameRect">
            <a:avLst>
              <a:gd name="adj1" fmla="val 1357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AE92216-3462-06F0-4D18-376C6118A8E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61811" y="1605712"/>
            <a:ext cx="11007418" cy="125572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946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61811" y="1304925"/>
            <a:ext cx="3554577" cy="833663"/>
          </a:xfrm>
        </p:spPr>
        <p:txBody>
          <a:bodyPr wrap="square" lIns="36000" tIns="0" rIns="0" bIns="21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9FE4A27-B319-940F-EC8D-F396F3A975A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332288" y="0"/>
            <a:ext cx="7859712" cy="6858000"/>
          </a:xfrm>
          <a:prstGeom prst="round2SameRect">
            <a:avLst>
              <a:gd name="adj1" fmla="val 0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" name="Name Date Placeholder">
            <a:extLst>
              <a:ext uri="{FF2B5EF4-FFF2-40B4-BE49-F238E27FC236}">
                <a16:creationId xmlns:a16="http://schemas.microsoft.com/office/drawing/2014/main" id="{EB890E5E-0BF5-2C53-0515-2FCFA1F6A77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87588" y="475542"/>
            <a:ext cx="3028800" cy="400110"/>
          </a:xfrm>
        </p:spPr>
        <p:txBody>
          <a:bodyPr wrap="square" lIns="0" tIns="0" rIns="0" bIns="0"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9" name="Freeform: Shape 2">
            <a:extLst>
              <a:ext uri="{FF2B5EF4-FFF2-40B4-BE49-F238E27FC236}">
                <a16:creationId xmlns:a16="http://schemas.microsoft.com/office/drawing/2014/main" id="{1A72CF3F-194B-2168-FB64-F19FDC181A46}"/>
              </a:ext>
            </a:extLst>
          </p:cNvPr>
          <p:cNvSpPr/>
          <p:nvPr userDrawn="1"/>
        </p:nvSpPr>
        <p:spPr>
          <a:xfrm flipH="1">
            <a:off x="2678814" y="5201516"/>
            <a:ext cx="1656485" cy="1656485"/>
          </a:xfrm>
          <a:custGeom>
            <a:avLst/>
            <a:gdLst>
              <a:gd name="connsiteX0" fmla="*/ 0 w 1656485"/>
              <a:gd name="connsiteY0" fmla="*/ 0 h 1656485"/>
              <a:gd name="connsiteX1" fmla="*/ 1656485 w 1656485"/>
              <a:gd name="connsiteY1" fmla="*/ 1656485 h 1656485"/>
              <a:gd name="connsiteX2" fmla="*/ 964671 w 1656485"/>
              <a:gd name="connsiteY2" fmla="*/ 1656485 h 1656485"/>
              <a:gd name="connsiteX3" fmla="*/ 0 w 1656485"/>
              <a:gd name="connsiteY3" fmla="*/ 691814 h 1656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6485" h="1656485">
                <a:moveTo>
                  <a:pt x="0" y="0"/>
                </a:moveTo>
                <a:cubicBezTo>
                  <a:pt x="914851" y="0"/>
                  <a:pt x="1656485" y="741634"/>
                  <a:pt x="1656485" y="1656485"/>
                </a:cubicBezTo>
                <a:lnTo>
                  <a:pt x="964671" y="1656485"/>
                </a:lnTo>
                <a:cubicBezTo>
                  <a:pt x="964671" y="1123712"/>
                  <a:pt x="532773" y="691814"/>
                  <a:pt x="0" y="69181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4B1C277-5C83-A8EA-A3BF-E2E345D4380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61811" y="2138588"/>
            <a:ext cx="3554577" cy="376718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br>
              <a:rPr lang="en-US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5080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8080528" y="1646424"/>
            <a:ext cx="3524097" cy="1231106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0" y="1335436"/>
            <a:ext cx="7268055" cy="18835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8079887" y="1646330"/>
            <a:ext cx="0" cy="12312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5" name="Picture 19">
            <a:extLst>
              <a:ext uri="{FF2B5EF4-FFF2-40B4-BE49-F238E27FC236}">
                <a16:creationId xmlns:a16="http://schemas.microsoft.com/office/drawing/2014/main" id="{9A9C71F3-3653-5F93-98F0-79580F6C87A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7375" y="3429000"/>
            <a:ext cx="11017250" cy="3429000"/>
          </a:xfrm>
          <a:prstGeom prst="round2SameRect">
            <a:avLst>
              <a:gd name="adj1" fmla="val 1357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C65060C-9F23-811A-DF0F-D4517BCA2CA8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6748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81A3176-98E4-285D-410F-80643BA59375}"/>
              </a:ext>
            </a:extLst>
          </p:cNvPr>
          <p:cNvSpPr/>
          <p:nvPr userDrawn="1"/>
        </p:nvSpPr>
        <p:spPr>
          <a:xfrm>
            <a:off x="0" y="0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920E06-4A57-EF61-67DE-8F0F1DC0CD18}"/>
              </a:ext>
            </a:extLst>
          </p:cNvPr>
          <p:cNvSpPr/>
          <p:nvPr userDrawn="1"/>
        </p:nvSpPr>
        <p:spPr>
          <a:xfrm>
            <a:off x="8075614" y="1582205"/>
            <a:ext cx="4116386" cy="136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8080528" y="1582205"/>
            <a:ext cx="3524097" cy="1359548"/>
          </a:xfrm>
        </p:spPr>
        <p:txBody>
          <a:bodyPr wrap="square" lIns="216000" tIns="216000" rIns="0" bIns="21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0" y="1335436"/>
            <a:ext cx="7268055" cy="18835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Picture 19">
            <a:extLst>
              <a:ext uri="{FF2B5EF4-FFF2-40B4-BE49-F238E27FC236}">
                <a16:creationId xmlns:a16="http://schemas.microsoft.com/office/drawing/2014/main" id="{8BC39D9E-7922-9CC3-19AA-E9F8E3601E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7375" y="3429000"/>
            <a:ext cx="11017250" cy="3429000"/>
          </a:xfrm>
          <a:prstGeom prst="round2SameRect">
            <a:avLst>
              <a:gd name="adj1" fmla="val 1357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1617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0487CD5-A145-7D73-43F4-21D4D67453A2}"/>
              </a:ext>
            </a:extLst>
          </p:cNvPr>
          <p:cNvSpPr/>
          <p:nvPr userDrawn="1"/>
        </p:nvSpPr>
        <p:spPr>
          <a:xfrm>
            <a:off x="9490699" y="4164790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2291" y="3866176"/>
            <a:ext cx="3524097" cy="1231106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1760717"/>
            <a:ext cx="5396400" cy="18835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591650" y="3866082"/>
            <a:ext cx="0" cy="12312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5" name="Picture 19">
            <a:extLst>
              <a:ext uri="{FF2B5EF4-FFF2-40B4-BE49-F238E27FC236}">
                <a16:creationId xmlns:a16="http://schemas.microsoft.com/office/drawing/2014/main" id="{C009E7EB-E426-C637-3A35-333795CF344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951" y="0"/>
            <a:ext cx="5400674" cy="6273800"/>
          </a:xfrm>
          <a:prstGeom prst="round2SameRect">
            <a:avLst>
              <a:gd name="adj1" fmla="val 0"/>
              <a:gd name="adj2" fmla="val 10287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0867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76A7684-1823-1A19-3901-C6F024E13AA9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4" name="Subtitle Placeholder 1">
            <a:extLst>
              <a:ext uri="{FF2B5EF4-FFF2-40B4-BE49-F238E27FC236}">
                <a16:creationId xmlns:a16="http://schemas.microsoft.com/office/drawing/2014/main" id="{99F6D80E-AC64-24F4-6D2C-93A2540EC55A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905931" y="2934222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ubtitle Placeholder 2">
            <a:extLst>
              <a:ext uri="{FF2B5EF4-FFF2-40B4-BE49-F238E27FC236}">
                <a16:creationId xmlns:a16="http://schemas.microsoft.com/office/drawing/2014/main" id="{0E8C43F5-D529-F741-2CD4-AF3832225387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905931" y="3826610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Subtitle Placeholder 3">
            <a:extLst>
              <a:ext uri="{FF2B5EF4-FFF2-40B4-BE49-F238E27FC236}">
                <a16:creationId xmlns:a16="http://schemas.microsoft.com/office/drawing/2014/main" id="{066C7E35-D46F-C61E-602A-99B47A3CA56F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4"/>
            </p:custDataLst>
          </p:nvPr>
        </p:nvSpPr>
        <p:spPr>
          <a:xfrm>
            <a:off x="905931" y="4718998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Subtitle Placeholder 4">
            <a:extLst>
              <a:ext uri="{FF2B5EF4-FFF2-40B4-BE49-F238E27FC236}">
                <a16:creationId xmlns:a16="http://schemas.microsoft.com/office/drawing/2014/main" id="{9C12FDE5-A699-1E3B-9623-92D28F89CDB4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5"/>
            </p:custDataLst>
          </p:nvPr>
        </p:nvSpPr>
        <p:spPr>
          <a:xfrm>
            <a:off x="905931" y="5611385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Subtitle Placeholder 5">
            <a:extLst>
              <a:ext uri="{FF2B5EF4-FFF2-40B4-BE49-F238E27FC236}">
                <a16:creationId xmlns:a16="http://schemas.microsoft.com/office/drawing/2014/main" id="{E8BE6395-AA47-FFBE-D784-A51AB0BC8A1F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6"/>
            </p:custDataLst>
          </p:nvPr>
        </p:nvSpPr>
        <p:spPr>
          <a:xfrm>
            <a:off x="6522505" y="2934222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Subtitle Placeholder 6">
            <a:extLst>
              <a:ext uri="{FF2B5EF4-FFF2-40B4-BE49-F238E27FC236}">
                <a16:creationId xmlns:a16="http://schemas.microsoft.com/office/drawing/2014/main" id="{505971A1-D139-3590-4486-F56C273C9637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7"/>
            </p:custDataLst>
          </p:nvPr>
        </p:nvSpPr>
        <p:spPr>
          <a:xfrm>
            <a:off x="6522505" y="3826610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Subtitle Placeholder 7">
            <a:extLst>
              <a:ext uri="{FF2B5EF4-FFF2-40B4-BE49-F238E27FC236}">
                <a16:creationId xmlns:a16="http://schemas.microsoft.com/office/drawing/2014/main" id="{8E71B1AB-A720-3230-687D-4D40765D5D5F}"/>
              </a:ext>
            </a:extLst>
          </p:cNvPr>
          <p:cNvSpPr>
            <a:spLocks noGrp="1"/>
          </p:cNvSpPr>
          <p:nvPr>
            <p:ph type="body" idx="32" hasCustomPrompt="1"/>
            <p:custDataLst>
              <p:tags r:id="rId8"/>
            </p:custDataLst>
          </p:nvPr>
        </p:nvSpPr>
        <p:spPr>
          <a:xfrm>
            <a:off x="6522505" y="4718998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Subtitle Placeholder 8">
            <a:extLst>
              <a:ext uri="{FF2B5EF4-FFF2-40B4-BE49-F238E27FC236}">
                <a16:creationId xmlns:a16="http://schemas.microsoft.com/office/drawing/2014/main" id="{43192281-10EA-2857-88D9-EF52E1DF752E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9"/>
            </p:custDataLst>
          </p:nvPr>
        </p:nvSpPr>
        <p:spPr>
          <a:xfrm>
            <a:off x="6522505" y="5611385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6" name="Title 1">
            <a:extLst>
              <a:ext uri="{FF2B5EF4-FFF2-40B4-BE49-F238E27FC236}">
                <a16:creationId xmlns:a16="http://schemas.microsoft.com/office/drawing/2014/main" id="{A98B7112-3D5F-6700-A7BF-88E030DB435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591650" y="1335436"/>
            <a:ext cx="5395759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grpSp>
        <p:nvGrpSpPr>
          <p:cNvPr id="15" name="Group">
            <a:extLst>
              <a:ext uri="{FF2B5EF4-FFF2-40B4-BE49-F238E27FC236}">
                <a16:creationId xmlns:a16="http://schemas.microsoft.com/office/drawing/2014/main" id="{8924DA07-BE89-50EF-533E-2876D41C6386}"/>
              </a:ext>
            </a:extLst>
          </p:cNvPr>
          <p:cNvGrpSpPr/>
          <p:nvPr userDrawn="1"/>
        </p:nvGrpSpPr>
        <p:grpSpPr>
          <a:xfrm>
            <a:off x="591650" y="3104928"/>
            <a:ext cx="310492" cy="310492"/>
            <a:chOff x="990456" y="3391893"/>
            <a:chExt cx="360000" cy="360000"/>
          </a:xfrm>
        </p:grpSpPr>
        <p:sp>
          <p:nvSpPr>
            <p:cNvPr id="16" name="Rectangle: Rounded Corners">
              <a:extLst>
                <a:ext uri="{FF2B5EF4-FFF2-40B4-BE49-F238E27FC236}">
                  <a16:creationId xmlns:a16="http://schemas.microsoft.com/office/drawing/2014/main" id="{A38C795C-BCBA-4592-8940-00D8EC46726B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7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4D2BBA68-F457-B5A6-0D2D-D8FD8AD372B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18" name="Group">
            <a:extLst>
              <a:ext uri="{FF2B5EF4-FFF2-40B4-BE49-F238E27FC236}">
                <a16:creationId xmlns:a16="http://schemas.microsoft.com/office/drawing/2014/main" id="{39873E42-DEC9-9C3D-08CF-12E75A81E104}"/>
              </a:ext>
            </a:extLst>
          </p:cNvPr>
          <p:cNvGrpSpPr/>
          <p:nvPr userDrawn="1"/>
        </p:nvGrpSpPr>
        <p:grpSpPr>
          <a:xfrm>
            <a:off x="591650" y="3997316"/>
            <a:ext cx="310492" cy="310492"/>
            <a:chOff x="990456" y="3391893"/>
            <a:chExt cx="360000" cy="360000"/>
          </a:xfrm>
        </p:grpSpPr>
        <p:sp>
          <p:nvSpPr>
            <p:cNvPr id="19" name="Rectangle: Rounded Corners">
              <a:extLst>
                <a:ext uri="{FF2B5EF4-FFF2-40B4-BE49-F238E27FC236}">
                  <a16:creationId xmlns:a16="http://schemas.microsoft.com/office/drawing/2014/main" id="{5F7F2012-151C-638D-39CE-1862BBB117E5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0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49935D05-8CD2-7465-03DF-DE39B30E93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21" name="Group">
            <a:extLst>
              <a:ext uri="{FF2B5EF4-FFF2-40B4-BE49-F238E27FC236}">
                <a16:creationId xmlns:a16="http://schemas.microsoft.com/office/drawing/2014/main" id="{BEFD107A-826D-1620-3C30-86166B72E268}"/>
              </a:ext>
            </a:extLst>
          </p:cNvPr>
          <p:cNvGrpSpPr/>
          <p:nvPr userDrawn="1"/>
        </p:nvGrpSpPr>
        <p:grpSpPr>
          <a:xfrm>
            <a:off x="591650" y="4889704"/>
            <a:ext cx="310492" cy="310492"/>
            <a:chOff x="990456" y="3391893"/>
            <a:chExt cx="360000" cy="360000"/>
          </a:xfrm>
        </p:grpSpPr>
        <p:sp>
          <p:nvSpPr>
            <p:cNvPr id="22" name="Rectangle: Rounded Corners">
              <a:extLst>
                <a:ext uri="{FF2B5EF4-FFF2-40B4-BE49-F238E27FC236}">
                  <a16:creationId xmlns:a16="http://schemas.microsoft.com/office/drawing/2014/main" id="{8EE85E0F-4B43-E9B7-A1CB-6F23CFBD2DFD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1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6037A203-8AF5-228C-252E-EC862F1A50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32" name="Group">
            <a:extLst>
              <a:ext uri="{FF2B5EF4-FFF2-40B4-BE49-F238E27FC236}">
                <a16:creationId xmlns:a16="http://schemas.microsoft.com/office/drawing/2014/main" id="{FD382E07-BF74-9D2E-A661-AD99065491A6}"/>
              </a:ext>
            </a:extLst>
          </p:cNvPr>
          <p:cNvGrpSpPr/>
          <p:nvPr userDrawn="1"/>
        </p:nvGrpSpPr>
        <p:grpSpPr>
          <a:xfrm>
            <a:off x="591650" y="5782091"/>
            <a:ext cx="310492" cy="310492"/>
            <a:chOff x="990456" y="3391893"/>
            <a:chExt cx="360000" cy="360000"/>
          </a:xfrm>
        </p:grpSpPr>
        <p:sp>
          <p:nvSpPr>
            <p:cNvPr id="33" name="Rectangle: Rounded Corners">
              <a:extLst>
                <a:ext uri="{FF2B5EF4-FFF2-40B4-BE49-F238E27FC236}">
                  <a16:creationId xmlns:a16="http://schemas.microsoft.com/office/drawing/2014/main" id="{A4827483-41EC-B87B-0585-920F6DD01EBD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4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EEE1633B-8EF0-3D77-11C4-84D3C416BC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35" name="Group">
            <a:extLst>
              <a:ext uri="{FF2B5EF4-FFF2-40B4-BE49-F238E27FC236}">
                <a16:creationId xmlns:a16="http://schemas.microsoft.com/office/drawing/2014/main" id="{690CA606-79C4-2886-0E5F-74B3C1F9F447}"/>
              </a:ext>
            </a:extLst>
          </p:cNvPr>
          <p:cNvGrpSpPr/>
          <p:nvPr userDrawn="1"/>
        </p:nvGrpSpPr>
        <p:grpSpPr>
          <a:xfrm>
            <a:off x="6208224" y="3104928"/>
            <a:ext cx="310492" cy="310492"/>
            <a:chOff x="990456" y="3391893"/>
            <a:chExt cx="360000" cy="360000"/>
          </a:xfrm>
        </p:grpSpPr>
        <p:sp>
          <p:nvSpPr>
            <p:cNvPr id="36" name="Rectangle: Rounded Corners">
              <a:extLst>
                <a:ext uri="{FF2B5EF4-FFF2-40B4-BE49-F238E27FC236}">
                  <a16:creationId xmlns:a16="http://schemas.microsoft.com/office/drawing/2014/main" id="{C6AA1E20-1B5D-DD7B-9745-5BFD6E5D80E2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7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BF992589-3556-E368-0B1C-E6443BC9CB8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57" name="Group">
            <a:extLst>
              <a:ext uri="{FF2B5EF4-FFF2-40B4-BE49-F238E27FC236}">
                <a16:creationId xmlns:a16="http://schemas.microsoft.com/office/drawing/2014/main" id="{CDFDC920-56EB-0D1E-9BEA-AF7AD2C41B58}"/>
              </a:ext>
            </a:extLst>
          </p:cNvPr>
          <p:cNvGrpSpPr/>
          <p:nvPr userDrawn="1"/>
        </p:nvGrpSpPr>
        <p:grpSpPr>
          <a:xfrm>
            <a:off x="6208224" y="3997316"/>
            <a:ext cx="310492" cy="310492"/>
            <a:chOff x="990456" y="3391893"/>
            <a:chExt cx="360000" cy="360000"/>
          </a:xfrm>
        </p:grpSpPr>
        <p:sp>
          <p:nvSpPr>
            <p:cNvPr id="58" name="Rectangle: Rounded Corners">
              <a:extLst>
                <a:ext uri="{FF2B5EF4-FFF2-40B4-BE49-F238E27FC236}">
                  <a16:creationId xmlns:a16="http://schemas.microsoft.com/office/drawing/2014/main" id="{8CFB35BA-2A40-5650-D270-2ED508138AA6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59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E6BE5C6E-E3AC-CCBD-4A5D-DCA041FEB60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60" name="Group">
            <a:extLst>
              <a:ext uri="{FF2B5EF4-FFF2-40B4-BE49-F238E27FC236}">
                <a16:creationId xmlns:a16="http://schemas.microsoft.com/office/drawing/2014/main" id="{D95B7472-FB62-92D4-B60B-08F7A9285245}"/>
              </a:ext>
            </a:extLst>
          </p:cNvPr>
          <p:cNvGrpSpPr/>
          <p:nvPr userDrawn="1"/>
        </p:nvGrpSpPr>
        <p:grpSpPr>
          <a:xfrm>
            <a:off x="6208224" y="4889704"/>
            <a:ext cx="310492" cy="310492"/>
            <a:chOff x="990456" y="3391893"/>
            <a:chExt cx="360000" cy="360000"/>
          </a:xfrm>
        </p:grpSpPr>
        <p:sp>
          <p:nvSpPr>
            <p:cNvPr id="61" name="Rectangle: Rounded Corners">
              <a:extLst>
                <a:ext uri="{FF2B5EF4-FFF2-40B4-BE49-F238E27FC236}">
                  <a16:creationId xmlns:a16="http://schemas.microsoft.com/office/drawing/2014/main" id="{107C8028-1106-84A9-4018-288A39E046B7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62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1BA22113-699C-8954-7AFE-A95E970102E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63" name="Group">
            <a:extLst>
              <a:ext uri="{FF2B5EF4-FFF2-40B4-BE49-F238E27FC236}">
                <a16:creationId xmlns:a16="http://schemas.microsoft.com/office/drawing/2014/main" id="{0C3871D7-D20E-E1D6-951B-71415AF49E59}"/>
              </a:ext>
            </a:extLst>
          </p:cNvPr>
          <p:cNvGrpSpPr/>
          <p:nvPr userDrawn="1"/>
        </p:nvGrpSpPr>
        <p:grpSpPr>
          <a:xfrm>
            <a:off x="6208224" y="5782091"/>
            <a:ext cx="310492" cy="310492"/>
            <a:chOff x="990456" y="3391893"/>
            <a:chExt cx="360000" cy="360000"/>
          </a:xfrm>
        </p:grpSpPr>
        <p:sp>
          <p:nvSpPr>
            <p:cNvPr id="64" name="Rectangle: Rounded Corners">
              <a:extLst>
                <a:ext uri="{FF2B5EF4-FFF2-40B4-BE49-F238E27FC236}">
                  <a16:creationId xmlns:a16="http://schemas.microsoft.com/office/drawing/2014/main" id="{E2897212-0F36-A43F-D7CD-EB9253587348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65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15C38AEC-1D3A-A731-D46C-446BCFF19A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52219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084F482-2134-F524-1DE6-F9B9D55FF83F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35436"/>
            <a:ext cx="5395759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4" name="Subtitle Placeholder 1">
            <a:extLst>
              <a:ext uri="{FF2B5EF4-FFF2-40B4-BE49-F238E27FC236}">
                <a16:creationId xmlns:a16="http://schemas.microsoft.com/office/drawing/2014/main" id="{99F6D80E-AC64-24F4-6D2C-93A2540EC55A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905930" y="3407440"/>
            <a:ext cx="6953783" cy="344128"/>
          </a:xfrm>
        </p:spPr>
        <p:txBody>
          <a:bodyPr wrap="square" lIns="144000" tIns="0" rIns="0" bIns="3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5" name="Group">
            <a:extLst>
              <a:ext uri="{FF2B5EF4-FFF2-40B4-BE49-F238E27FC236}">
                <a16:creationId xmlns:a16="http://schemas.microsoft.com/office/drawing/2014/main" id="{5BD44302-B412-8B8C-F85A-AA1C2A256424}"/>
              </a:ext>
            </a:extLst>
          </p:cNvPr>
          <p:cNvGrpSpPr/>
          <p:nvPr userDrawn="1"/>
        </p:nvGrpSpPr>
        <p:grpSpPr>
          <a:xfrm>
            <a:off x="591650" y="3424258"/>
            <a:ext cx="310492" cy="310492"/>
            <a:chOff x="990456" y="3391893"/>
            <a:chExt cx="360000" cy="360000"/>
          </a:xfrm>
        </p:grpSpPr>
        <p:sp>
          <p:nvSpPr>
            <p:cNvPr id="2" name="Rectangle: Rounded Corners">
              <a:extLst>
                <a:ext uri="{FF2B5EF4-FFF2-40B4-BE49-F238E27FC236}">
                  <a16:creationId xmlns:a16="http://schemas.microsoft.com/office/drawing/2014/main" id="{193B250D-F778-C153-5B09-6093E6FCFC91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4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185D1908-94AA-27EF-4A25-FA8BD76742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sp>
        <p:nvSpPr>
          <p:cNvPr id="10" name="Subtitle Placeholder 2">
            <a:extLst>
              <a:ext uri="{FF2B5EF4-FFF2-40B4-BE49-F238E27FC236}">
                <a16:creationId xmlns:a16="http://schemas.microsoft.com/office/drawing/2014/main" id="{0E8C43F5-D529-F741-2CD4-AF3832225387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4"/>
            </p:custDataLst>
          </p:nvPr>
        </p:nvSpPr>
        <p:spPr>
          <a:xfrm>
            <a:off x="905930" y="4148292"/>
            <a:ext cx="6953783" cy="344128"/>
          </a:xfrm>
        </p:spPr>
        <p:txBody>
          <a:bodyPr wrap="square" lIns="144000" tIns="0" rIns="0" bIns="3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Subtitle Placeholder 3">
            <a:extLst>
              <a:ext uri="{FF2B5EF4-FFF2-40B4-BE49-F238E27FC236}">
                <a16:creationId xmlns:a16="http://schemas.microsoft.com/office/drawing/2014/main" id="{B4012B79-26B4-5CA4-8BAC-7922606024BE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5"/>
            </p:custDataLst>
          </p:nvPr>
        </p:nvSpPr>
        <p:spPr>
          <a:xfrm>
            <a:off x="905930" y="4889144"/>
            <a:ext cx="6953783" cy="344128"/>
          </a:xfrm>
        </p:spPr>
        <p:txBody>
          <a:bodyPr wrap="square" lIns="144000" tIns="0" rIns="0" bIns="3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Subtitle Placeholder 4">
            <a:extLst>
              <a:ext uri="{FF2B5EF4-FFF2-40B4-BE49-F238E27FC236}">
                <a16:creationId xmlns:a16="http://schemas.microsoft.com/office/drawing/2014/main" id="{2C3AC72D-025C-3A11-EA5D-E3AFA80D6FEF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6"/>
            </p:custDataLst>
          </p:nvPr>
        </p:nvSpPr>
        <p:spPr>
          <a:xfrm>
            <a:off x="905930" y="5637992"/>
            <a:ext cx="6953783" cy="344128"/>
          </a:xfrm>
        </p:spPr>
        <p:txBody>
          <a:bodyPr wrap="square" lIns="144000" tIns="0" rIns="0" bIns="3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12" name="Group">
            <a:extLst>
              <a:ext uri="{FF2B5EF4-FFF2-40B4-BE49-F238E27FC236}">
                <a16:creationId xmlns:a16="http://schemas.microsoft.com/office/drawing/2014/main" id="{8220C018-0222-066D-AD0C-DDDA51B52E65}"/>
              </a:ext>
            </a:extLst>
          </p:cNvPr>
          <p:cNvGrpSpPr/>
          <p:nvPr userDrawn="1"/>
        </p:nvGrpSpPr>
        <p:grpSpPr>
          <a:xfrm>
            <a:off x="591650" y="4167627"/>
            <a:ext cx="310492" cy="310492"/>
            <a:chOff x="990456" y="3391893"/>
            <a:chExt cx="360000" cy="360000"/>
          </a:xfrm>
        </p:grpSpPr>
        <p:sp>
          <p:nvSpPr>
            <p:cNvPr id="13" name="Rectangle: Rounded Corners">
              <a:extLst>
                <a:ext uri="{FF2B5EF4-FFF2-40B4-BE49-F238E27FC236}">
                  <a16:creationId xmlns:a16="http://schemas.microsoft.com/office/drawing/2014/main" id="{7262C8ED-9F09-9216-670A-63181019D609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4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0398581A-7794-AA0C-C51E-669C58F89AF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16" name="Group">
            <a:extLst>
              <a:ext uri="{FF2B5EF4-FFF2-40B4-BE49-F238E27FC236}">
                <a16:creationId xmlns:a16="http://schemas.microsoft.com/office/drawing/2014/main" id="{FA41952F-A81A-329B-7281-A86E79CADEC9}"/>
              </a:ext>
            </a:extLst>
          </p:cNvPr>
          <p:cNvGrpSpPr/>
          <p:nvPr userDrawn="1"/>
        </p:nvGrpSpPr>
        <p:grpSpPr>
          <a:xfrm>
            <a:off x="591650" y="4910996"/>
            <a:ext cx="310492" cy="310492"/>
            <a:chOff x="990456" y="3391893"/>
            <a:chExt cx="360000" cy="360000"/>
          </a:xfrm>
        </p:grpSpPr>
        <p:sp>
          <p:nvSpPr>
            <p:cNvPr id="17" name="Rectangle: Rounded Corners">
              <a:extLst>
                <a:ext uri="{FF2B5EF4-FFF2-40B4-BE49-F238E27FC236}">
                  <a16:creationId xmlns:a16="http://schemas.microsoft.com/office/drawing/2014/main" id="{CDFE8CAF-8CD1-1573-3787-4B79B3649F56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8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E96ACCB7-3B11-183B-E76B-EE28AF9543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20" name="Group">
            <a:extLst>
              <a:ext uri="{FF2B5EF4-FFF2-40B4-BE49-F238E27FC236}">
                <a16:creationId xmlns:a16="http://schemas.microsoft.com/office/drawing/2014/main" id="{16A53DB9-4D1C-5269-D773-E4A25F89F19E}"/>
              </a:ext>
            </a:extLst>
          </p:cNvPr>
          <p:cNvGrpSpPr/>
          <p:nvPr userDrawn="1"/>
        </p:nvGrpSpPr>
        <p:grpSpPr>
          <a:xfrm>
            <a:off x="591650" y="5654364"/>
            <a:ext cx="310492" cy="310492"/>
            <a:chOff x="990456" y="3391893"/>
            <a:chExt cx="360000" cy="360000"/>
          </a:xfrm>
        </p:grpSpPr>
        <p:sp>
          <p:nvSpPr>
            <p:cNvPr id="21" name="Rectangle: Rounded Corners">
              <a:extLst>
                <a:ext uri="{FF2B5EF4-FFF2-40B4-BE49-F238E27FC236}">
                  <a16:creationId xmlns:a16="http://schemas.microsoft.com/office/drawing/2014/main" id="{11D39A46-0017-F4C6-190A-126EBE02629B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2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6276E34A-66F5-F0DC-5854-5DEC0C0F770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19672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8DDA395-4B2E-5027-97BE-94CAC7710740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4239067"/>
            <a:ext cx="4116388" cy="165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1" y="1772960"/>
            <a:ext cx="3524095" cy="845974"/>
          </a:xfrm>
          <a:prstGeom prst="rect">
            <a:avLst/>
          </a:prstGeom>
        </p:spPr>
        <p:txBody>
          <a:bodyPr vert="horz" wrap="square" lIns="0" tIns="21600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1772960"/>
            <a:ext cx="0" cy="165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3DBCC1-7D97-A46B-4B7B-B9E87907FEFF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7468" y="4239067"/>
            <a:ext cx="0" cy="165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">
            <a:extLst>
              <a:ext uri="{FF2B5EF4-FFF2-40B4-BE49-F238E27FC236}">
                <a16:creationId xmlns:a16="http://schemas.microsoft.com/office/drawing/2014/main" id="{49611A14-897E-953D-B14C-510F23533FC2}"/>
              </a:ext>
            </a:extLst>
          </p:cNvPr>
          <p:cNvCxnSpPr>
            <a:cxnSpLocks/>
          </p:cNvCxnSpPr>
          <p:nvPr userDrawn="1"/>
        </p:nvCxnSpPr>
        <p:spPr>
          <a:xfrm flipV="1">
            <a:off x="4243670" y="1772960"/>
            <a:ext cx="0" cy="165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DC5BA3D6-84EA-8A79-61E1-996A3FBB431C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4371594" y="1772960"/>
            <a:ext cx="3488400" cy="165604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1798721-3AEE-04C2-5BDD-0203ADF41E32}"/>
              </a:ext>
            </a:extLst>
          </p:cNvPr>
          <p:cNvSpPr>
            <a:spLocks noGrp="1"/>
          </p:cNvSpPr>
          <p:nvPr>
            <p:ph type="body" idx="34" hasCustomPrompt="1"/>
            <p:custDataLst>
              <p:tags r:id="rId4"/>
            </p:custDataLst>
          </p:nvPr>
        </p:nvSpPr>
        <p:spPr>
          <a:xfrm>
            <a:off x="8116225" y="1772960"/>
            <a:ext cx="3488400" cy="1656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E298074-1988-F979-E876-73B36E0D4DD5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5"/>
            </p:custDataLst>
          </p:nvPr>
        </p:nvSpPr>
        <p:spPr>
          <a:xfrm>
            <a:off x="591650" y="4251298"/>
            <a:ext cx="3488400" cy="1656000"/>
          </a:xfrm>
        </p:spPr>
        <p:txBody>
          <a:bodyPr lIns="0" tIns="216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71FCB03E-54F7-18C2-716B-A636F0E8746E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6"/>
            </p:custDataLst>
          </p:nvPr>
        </p:nvSpPr>
        <p:spPr>
          <a:xfrm>
            <a:off x="4371594" y="4251298"/>
            <a:ext cx="3488400" cy="1656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A21290E4-029E-5ABD-15C8-3C62FA725004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7"/>
            </p:custDataLst>
          </p:nvPr>
        </p:nvSpPr>
        <p:spPr>
          <a:xfrm>
            <a:off x="8116033" y="4251298"/>
            <a:ext cx="3488400" cy="1656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28043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CAC9B30-99F5-EF5B-E4AB-626A8B317B02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4239066"/>
            <a:ext cx="4116388" cy="26189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1" y="1772960"/>
            <a:ext cx="3524095" cy="845974"/>
          </a:xfrm>
          <a:prstGeom prst="rect">
            <a:avLst/>
          </a:prstGeom>
        </p:spPr>
        <p:txBody>
          <a:bodyPr vert="horz" wrap="square" lIns="0" tIns="21600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1772960"/>
            <a:ext cx="0" cy="165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3DBCC1-7D97-A46B-4B7B-B9E87907FEFF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7468" y="4239067"/>
            <a:ext cx="0" cy="165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">
            <a:extLst>
              <a:ext uri="{FF2B5EF4-FFF2-40B4-BE49-F238E27FC236}">
                <a16:creationId xmlns:a16="http://schemas.microsoft.com/office/drawing/2014/main" id="{49611A14-897E-953D-B14C-510F23533FC2}"/>
              </a:ext>
            </a:extLst>
          </p:cNvPr>
          <p:cNvCxnSpPr>
            <a:cxnSpLocks/>
          </p:cNvCxnSpPr>
          <p:nvPr userDrawn="1"/>
        </p:nvCxnSpPr>
        <p:spPr>
          <a:xfrm flipV="1">
            <a:off x="4243670" y="1772960"/>
            <a:ext cx="0" cy="165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DC5BA3D6-84EA-8A79-61E1-996A3FBB431C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4371594" y="1772960"/>
            <a:ext cx="3488400" cy="165604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1798721-3AEE-04C2-5BDD-0203ADF41E32}"/>
              </a:ext>
            </a:extLst>
          </p:cNvPr>
          <p:cNvSpPr>
            <a:spLocks noGrp="1"/>
          </p:cNvSpPr>
          <p:nvPr>
            <p:ph type="body" idx="34" hasCustomPrompt="1"/>
            <p:custDataLst>
              <p:tags r:id="rId4"/>
            </p:custDataLst>
          </p:nvPr>
        </p:nvSpPr>
        <p:spPr>
          <a:xfrm>
            <a:off x="8116225" y="1772960"/>
            <a:ext cx="3488400" cy="1656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E298074-1988-F979-E876-73B36E0D4DD5}"/>
              </a:ext>
            </a:extLst>
          </p:cNvPr>
          <p:cNvSpPr>
            <a:spLocks noGrp="1"/>
          </p:cNvSpPr>
          <p:nvPr>
            <p:ph type="body" idx="36"/>
            <p:custDataLst>
              <p:tags r:id="rId5"/>
            </p:custDataLst>
          </p:nvPr>
        </p:nvSpPr>
        <p:spPr>
          <a:xfrm>
            <a:off x="591650" y="4251298"/>
            <a:ext cx="3488400" cy="1656000"/>
          </a:xfrm>
        </p:spPr>
        <p:txBody>
          <a:bodyPr lIns="0" tIns="216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71FCB03E-54F7-18C2-716B-A636F0E8746E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6"/>
            </p:custDataLst>
          </p:nvPr>
        </p:nvSpPr>
        <p:spPr>
          <a:xfrm>
            <a:off x="4371594" y="4251298"/>
            <a:ext cx="3488400" cy="1656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A21290E4-029E-5ABD-15C8-3C62FA725004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7"/>
            </p:custDataLst>
          </p:nvPr>
        </p:nvSpPr>
        <p:spPr>
          <a:xfrm>
            <a:off x="8116033" y="4251298"/>
            <a:ext cx="3488400" cy="1656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3285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F03EA96-511B-D4E1-07B4-42A629E75323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3632472"/>
            <a:ext cx="2643153" cy="3225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1" y="1349973"/>
            <a:ext cx="3524095" cy="845974"/>
          </a:xfrm>
          <a:prstGeom prst="rect">
            <a:avLst/>
          </a:prstGeom>
        </p:spPr>
        <p:txBody>
          <a:bodyPr vert="horz" wrap="square" lIns="0" tIns="21600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cxnSp>
        <p:nvCxnSpPr>
          <p:cNvPr id="20" name="Straight Connector">
            <a:extLst>
              <a:ext uri="{FF2B5EF4-FFF2-40B4-BE49-F238E27FC236}">
                <a16:creationId xmlns:a16="http://schemas.microsoft.com/office/drawing/2014/main" id="{49611A14-897E-953D-B14C-510F23533FC2}"/>
              </a:ext>
            </a:extLst>
          </p:cNvPr>
          <p:cNvCxnSpPr>
            <a:cxnSpLocks/>
          </p:cNvCxnSpPr>
          <p:nvPr userDrawn="1"/>
        </p:nvCxnSpPr>
        <p:spPr>
          <a:xfrm flipV="1">
            <a:off x="4971913" y="3632472"/>
            <a:ext cx="0" cy="265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DE298074-1988-F979-E876-73B36E0D4DD5}"/>
              </a:ext>
            </a:extLst>
          </p:cNvPr>
          <p:cNvSpPr>
            <a:spLocks noGrp="1"/>
          </p:cNvSpPr>
          <p:nvPr>
            <p:ph type="body" idx="36"/>
            <p:custDataLst>
              <p:tags r:id="rId3"/>
            </p:custDataLst>
          </p:nvPr>
        </p:nvSpPr>
        <p:spPr>
          <a:xfrm>
            <a:off x="591650" y="3632472"/>
            <a:ext cx="2016000" cy="2653236"/>
          </a:xfrm>
        </p:spPr>
        <p:txBody>
          <a:bodyPr lIns="0" tIns="216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1FCB03E-54F7-18C2-716B-A636F0E8746E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4"/>
            </p:custDataLst>
          </p:nvPr>
        </p:nvSpPr>
        <p:spPr>
          <a:xfrm>
            <a:off x="2839825" y="3632472"/>
            <a:ext cx="2016000" cy="26532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21290E4-029E-5ABD-15C8-3C62FA725004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5"/>
            </p:custDataLst>
          </p:nvPr>
        </p:nvSpPr>
        <p:spPr>
          <a:xfrm>
            <a:off x="5088001" y="3632472"/>
            <a:ext cx="2016000" cy="26532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4000F21-D568-A32C-B35E-3F93A6F123C2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6"/>
            </p:custDataLst>
          </p:nvPr>
        </p:nvSpPr>
        <p:spPr>
          <a:xfrm>
            <a:off x="7336177" y="3632472"/>
            <a:ext cx="2016000" cy="26532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47C9694D-B068-942A-835F-28C9BB5A102B}"/>
              </a:ext>
            </a:extLst>
          </p:cNvPr>
          <p:cNvSpPr>
            <a:spLocks noGrp="1"/>
          </p:cNvSpPr>
          <p:nvPr>
            <p:ph type="body" idx="38" hasCustomPrompt="1"/>
            <p:custDataLst>
              <p:tags r:id="rId7"/>
            </p:custDataLst>
          </p:nvPr>
        </p:nvSpPr>
        <p:spPr>
          <a:xfrm>
            <a:off x="9584350" y="3632472"/>
            <a:ext cx="2016000" cy="26532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6" name="Straight Connector">
            <a:extLst>
              <a:ext uri="{FF2B5EF4-FFF2-40B4-BE49-F238E27FC236}">
                <a16:creationId xmlns:a16="http://schemas.microsoft.com/office/drawing/2014/main" id="{5DC565D5-EF8A-2AEF-3EC6-E66F0F2827D5}"/>
              </a:ext>
            </a:extLst>
          </p:cNvPr>
          <p:cNvCxnSpPr>
            <a:cxnSpLocks/>
          </p:cNvCxnSpPr>
          <p:nvPr userDrawn="1"/>
        </p:nvCxnSpPr>
        <p:spPr>
          <a:xfrm flipV="1">
            <a:off x="7220089" y="3632472"/>
            <a:ext cx="0" cy="265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">
            <a:extLst>
              <a:ext uri="{FF2B5EF4-FFF2-40B4-BE49-F238E27FC236}">
                <a16:creationId xmlns:a16="http://schemas.microsoft.com/office/drawing/2014/main" id="{BA6AD9DB-245E-46D9-A88E-4F0C5D56A686}"/>
              </a:ext>
            </a:extLst>
          </p:cNvPr>
          <p:cNvCxnSpPr>
            <a:cxnSpLocks/>
          </p:cNvCxnSpPr>
          <p:nvPr userDrawn="1"/>
        </p:nvCxnSpPr>
        <p:spPr>
          <a:xfrm flipV="1">
            <a:off x="9468265" y="3632472"/>
            <a:ext cx="0" cy="265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854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D7F35C0-A8EA-5309-30D4-7D326AA3723A}"/>
              </a:ext>
            </a:extLst>
          </p:cNvPr>
          <p:cNvSpPr/>
          <p:nvPr userDrawn="1"/>
        </p:nvSpPr>
        <p:spPr>
          <a:xfrm>
            <a:off x="9490699" y="4164790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35436"/>
            <a:ext cx="5395759" cy="188359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3D079C1F-CAA3-F061-4AE8-BF8F8299F0A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952" y="0"/>
            <a:ext cx="5400673" cy="6273799"/>
          </a:xfrm>
          <a:prstGeom prst="round2SameRect">
            <a:avLst>
              <a:gd name="adj1" fmla="val 0"/>
              <a:gd name="adj2" fmla="val 9001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4" name="Subtitle Placeholder">
            <a:extLst>
              <a:ext uri="{FF2B5EF4-FFF2-40B4-BE49-F238E27FC236}">
                <a16:creationId xmlns:a16="http://schemas.microsoft.com/office/drawing/2014/main" id="{99F6D80E-AC64-24F4-6D2C-93A2540EC55A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592291" y="3386773"/>
            <a:ext cx="5395759" cy="598589"/>
          </a:xfrm>
        </p:spPr>
        <p:txBody>
          <a:bodyPr wrap="square" lIns="0" tIns="216000" rIns="21600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">
            <a:extLst>
              <a:ext uri="{FF2B5EF4-FFF2-40B4-BE49-F238E27FC236}">
                <a16:creationId xmlns:a16="http://schemas.microsoft.com/office/drawing/2014/main" id="{D061B049-C148-6A93-50DA-BF08383D2E9D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4"/>
            </p:custDataLst>
          </p:nvPr>
        </p:nvSpPr>
        <p:spPr>
          <a:xfrm>
            <a:off x="592291" y="3981552"/>
            <a:ext cx="5395759" cy="2294882"/>
          </a:xfrm>
        </p:spPr>
        <p:txBody>
          <a:bodyPr lIns="0" tIns="144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26" name="Straight Connector">
            <a:extLst>
              <a:ext uri="{FF2B5EF4-FFF2-40B4-BE49-F238E27FC236}">
                <a16:creationId xmlns:a16="http://schemas.microsoft.com/office/drawing/2014/main" id="{1C8CEB2B-733D-E677-EA35-EDB973B48694}"/>
              </a:ext>
            </a:extLst>
          </p:cNvPr>
          <p:cNvCxnSpPr>
            <a:cxnSpLocks/>
          </p:cNvCxnSpPr>
          <p:nvPr userDrawn="1"/>
        </p:nvCxnSpPr>
        <p:spPr>
          <a:xfrm>
            <a:off x="591650" y="3985362"/>
            <a:ext cx="518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18546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92143EB-D278-C5C6-05D2-A56B3061D5CD}"/>
              </a:ext>
            </a:extLst>
          </p:cNvPr>
          <p:cNvSpPr/>
          <p:nvPr userDrawn="1"/>
        </p:nvSpPr>
        <p:spPr>
          <a:xfrm>
            <a:off x="9490699" y="4164790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CB1DD3-4E9D-8D8E-5FF8-A478D182E4D5}"/>
              </a:ext>
            </a:extLst>
          </p:cNvPr>
          <p:cNvSpPr/>
          <p:nvPr userDrawn="1"/>
        </p:nvSpPr>
        <p:spPr>
          <a:xfrm>
            <a:off x="641" y="3386771"/>
            <a:ext cx="5987409" cy="34712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2291" y="3386773"/>
            <a:ext cx="5395759" cy="598589"/>
          </a:xfrm>
        </p:spPr>
        <p:txBody>
          <a:bodyPr wrap="square" lIns="0" tIns="216000" rIns="21600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0" y="1335436"/>
            <a:ext cx="5395759" cy="188359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592291" y="3981552"/>
            <a:ext cx="5395759" cy="2294882"/>
          </a:xfrm>
        </p:spPr>
        <p:txBody>
          <a:bodyPr lIns="0" tIns="144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591650" y="3985362"/>
            <a:ext cx="518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E8B634EE-36E3-DBCC-6013-189D5761B7D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952" y="0"/>
            <a:ext cx="5400673" cy="6273799"/>
          </a:xfrm>
          <a:prstGeom prst="round2SameRect">
            <a:avLst>
              <a:gd name="adj1" fmla="val 0"/>
              <a:gd name="adj2" fmla="val 9001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1401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6FB9293-E1F8-8E71-C731-C33262080C49}"/>
              </a:ext>
            </a:extLst>
          </p:cNvPr>
          <p:cNvSpPr/>
          <p:nvPr userDrawn="1"/>
        </p:nvSpPr>
        <p:spPr>
          <a:xfrm>
            <a:off x="0" y="0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CB1DD3-4E9D-8D8E-5FF8-A478D182E4D5}"/>
              </a:ext>
            </a:extLst>
          </p:cNvPr>
          <p:cNvSpPr/>
          <p:nvPr userDrawn="1"/>
        </p:nvSpPr>
        <p:spPr>
          <a:xfrm>
            <a:off x="6203950" y="3386771"/>
            <a:ext cx="5987409" cy="34712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6204591" y="3386773"/>
            <a:ext cx="5395759" cy="598589"/>
          </a:xfrm>
        </p:spPr>
        <p:txBody>
          <a:bodyPr wrap="square" lIns="21600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03950" y="1335436"/>
            <a:ext cx="5395759" cy="1883593"/>
          </a:xfrm>
          <a:prstGeom prst="rect">
            <a:avLst/>
          </a:prstGeom>
        </p:spPr>
        <p:txBody>
          <a:bodyPr vert="horz" wrap="square" lIns="21600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6204591" y="3981552"/>
            <a:ext cx="5395759" cy="2294882"/>
          </a:xfrm>
        </p:spPr>
        <p:txBody>
          <a:bodyPr lIns="216000" tIns="144000" rIns="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6419950" y="3985362"/>
            <a:ext cx="518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659061C0-FADB-8B8B-8469-188444F940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6737" y="1304924"/>
            <a:ext cx="5400673" cy="5553075"/>
          </a:xfrm>
          <a:prstGeom prst="round2SameRect">
            <a:avLst>
              <a:gd name="adj1" fmla="val 1145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55200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5B0940B-228F-F49A-EE37-2ADAF3C8A17C}"/>
              </a:ext>
            </a:extLst>
          </p:cNvPr>
          <p:cNvSpPr/>
          <p:nvPr userDrawn="1"/>
        </p:nvSpPr>
        <p:spPr>
          <a:xfrm>
            <a:off x="0" y="0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6204591" y="3386773"/>
            <a:ext cx="5395759" cy="598589"/>
          </a:xfrm>
        </p:spPr>
        <p:txBody>
          <a:bodyPr wrap="square" lIns="21600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03950" y="1335436"/>
            <a:ext cx="5395759" cy="1883593"/>
          </a:xfrm>
          <a:prstGeom prst="rect">
            <a:avLst/>
          </a:prstGeom>
        </p:spPr>
        <p:txBody>
          <a:bodyPr vert="horz" wrap="square" lIns="21600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6204591" y="3981552"/>
            <a:ext cx="5395759" cy="2294882"/>
          </a:xfrm>
        </p:spPr>
        <p:txBody>
          <a:bodyPr lIns="216000" tIns="144000" rIns="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3D079C1F-CAA3-F061-4AE8-BF8F8299F0A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6737" y="1304924"/>
            <a:ext cx="5400673" cy="5553075"/>
          </a:xfrm>
          <a:prstGeom prst="round2SameRect">
            <a:avLst>
              <a:gd name="adj1" fmla="val 1145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cxnSp>
        <p:nvCxnSpPr>
          <p:cNvPr id="6" name="Straight Connector">
            <a:extLst>
              <a:ext uri="{FF2B5EF4-FFF2-40B4-BE49-F238E27FC236}">
                <a16:creationId xmlns:a16="http://schemas.microsoft.com/office/drawing/2014/main" id="{9A0E6AB1-F354-2FD0-7FF2-68DC2E37EAE8}"/>
              </a:ext>
            </a:extLst>
          </p:cNvPr>
          <p:cNvCxnSpPr>
            <a:cxnSpLocks/>
          </p:cNvCxnSpPr>
          <p:nvPr userDrawn="1"/>
        </p:nvCxnSpPr>
        <p:spPr>
          <a:xfrm>
            <a:off x="6419950" y="3985362"/>
            <a:ext cx="518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22783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9232E94-DFCA-F9A6-BB11-601A6013CD28}"/>
              </a:ext>
            </a:extLst>
          </p:cNvPr>
          <p:cNvSpPr/>
          <p:nvPr userDrawn="1"/>
        </p:nvSpPr>
        <p:spPr>
          <a:xfrm>
            <a:off x="0" y="3017580"/>
            <a:ext cx="5988050" cy="38404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2291" y="3017580"/>
            <a:ext cx="5395759" cy="907200"/>
          </a:xfrm>
        </p:spPr>
        <p:txBody>
          <a:bodyPr wrap="square" lIns="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0" y="1313707"/>
            <a:ext cx="7268063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592291" y="3944797"/>
            <a:ext cx="5395759" cy="232560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 2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6208866" y="3017580"/>
            <a:ext cx="5395759" cy="907200"/>
          </a:xfrm>
        </p:spPr>
        <p:txBody>
          <a:bodyPr wrap="square" lIns="216000" tIns="21600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9270-9D2C-CA4D-AA2C-E36B57CE9FD5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6"/>
            </p:custDataLst>
          </p:nvPr>
        </p:nvSpPr>
        <p:spPr>
          <a:xfrm>
            <a:off x="6208866" y="3944797"/>
            <a:ext cx="5395759" cy="2326072"/>
          </a:xfrm>
        </p:spPr>
        <p:txBody>
          <a:bodyPr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F397A1A-1ED0-E65E-6A35-6253C681858C}"/>
              </a:ext>
            </a:extLst>
          </p:cNvPr>
          <p:cNvSpPr/>
          <p:nvPr userDrawn="1"/>
        </p:nvSpPr>
        <p:spPr>
          <a:xfrm>
            <a:off x="9490699" y="0"/>
            <a:ext cx="2701301" cy="2693210"/>
          </a:xfrm>
          <a:custGeom>
            <a:avLst/>
            <a:gdLst>
              <a:gd name="connsiteX0" fmla="*/ 83772 w 2701301"/>
              <a:gd name="connsiteY0" fmla="*/ 0 h 2693210"/>
              <a:gd name="connsiteX1" fmla="*/ 900895 w 2701301"/>
              <a:gd name="connsiteY1" fmla="*/ 0 h 2693210"/>
              <a:gd name="connsiteX2" fmla="*/ 871339 w 2701301"/>
              <a:gd name="connsiteY2" fmla="*/ 61355 h 2693210"/>
              <a:gd name="connsiteX3" fmla="*/ 765781 w 2701301"/>
              <a:gd name="connsiteY3" fmla="*/ 584200 h 2693210"/>
              <a:gd name="connsiteX4" fmla="*/ 2109009 w 2701301"/>
              <a:gd name="connsiteY4" fmla="*/ 1927428 h 2693210"/>
              <a:gd name="connsiteX5" fmla="*/ 2631854 w 2701301"/>
              <a:gd name="connsiteY5" fmla="*/ 1821870 h 2693210"/>
              <a:gd name="connsiteX6" fmla="*/ 2701301 w 2701301"/>
              <a:gd name="connsiteY6" fmla="*/ 1788416 h 2693210"/>
              <a:gd name="connsiteX7" fmla="*/ 2701301 w 2701301"/>
              <a:gd name="connsiteY7" fmla="*/ 2607358 h 2693210"/>
              <a:gd name="connsiteX8" fmla="*/ 2534049 w 2701301"/>
              <a:gd name="connsiteY8" fmla="*/ 2650363 h 2693210"/>
              <a:gd name="connsiteX9" fmla="*/ 2109010 w 2701301"/>
              <a:gd name="connsiteY9" fmla="*/ 2693210 h 2693210"/>
              <a:gd name="connsiteX10" fmla="*/ 0 w 2701301"/>
              <a:gd name="connsiteY10" fmla="*/ 584200 h 2693210"/>
              <a:gd name="connsiteX11" fmla="*/ 42848 w 2701301"/>
              <a:gd name="connsiteY11" fmla="*/ 159161 h 2693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01301" h="2693210">
                <a:moveTo>
                  <a:pt x="83772" y="0"/>
                </a:moveTo>
                <a:lnTo>
                  <a:pt x="900895" y="0"/>
                </a:lnTo>
                <a:lnTo>
                  <a:pt x="871339" y="61355"/>
                </a:lnTo>
                <a:cubicBezTo>
                  <a:pt x="803368" y="222057"/>
                  <a:pt x="765781" y="398739"/>
                  <a:pt x="765781" y="584200"/>
                </a:cubicBezTo>
                <a:cubicBezTo>
                  <a:pt x="765781" y="1326044"/>
                  <a:pt x="1367165" y="1927428"/>
                  <a:pt x="2109009" y="1927428"/>
                </a:cubicBezTo>
                <a:cubicBezTo>
                  <a:pt x="2294470" y="1927428"/>
                  <a:pt x="2471152" y="1889842"/>
                  <a:pt x="2631854" y="1821870"/>
                </a:cubicBezTo>
                <a:lnTo>
                  <a:pt x="2701301" y="1788416"/>
                </a:lnTo>
                <a:lnTo>
                  <a:pt x="2701301" y="2607358"/>
                </a:lnTo>
                <a:lnTo>
                  <a:pt x="2534049" y="2650363"/>
                </a:lnTo>
                <a:cubicBezTo>
                  <a:pt x="2396758" y="2678456"/>
                  <a:pt x="2254607" y="2693210"/>
                  <a:pt x="2109010" y="2693210"/>
                </a:cubicBezTo>
                <a:cubicBezTo>
                  <a:pt x="944236" y="2693210"/>
                  <a:pt x="0" y="1748974"/>
                  <a:pt x="0" y="584200"/>
                </a:cubicBezTo>
                <a:cubicBezTo>
                  <a:pt x="0" y="438603"/>
                  <a:pt x="14754" y="296452"/>
                  <a:pt x="42848" y="15916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0011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DB1C815-8DA1-CCED-FD10-D26E4CA9015B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7268063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6016D0-893B-92E8-9AA1-FD6381FF88E7}"/>
              </a:ext>
            </a:extLst>
          </p:cNvPr>
          <p:cNvSpPr/>
          <p:nvPr userDrawn="1"/>
        </p:nvSpPr>
        <p:spPr>
          <a:xfrm>
            <a:off x="587375" y="2729955"/>
            <a:ext cx="5400000" cy="35523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Subtitle Placeholder 1">
            <a:extLst>
              <a:ext uri="{FF2B5EF4-FFF2-40B4-BE49-F238E27FC236}">
                <a16:creationId xmlns:a16="http://schemas.microsoft.com/office/drawing/2014/main" id="{FC47E551-1640-86A4-18AE-F72D1F74EA48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588016" y="2739786"/>
            <a:ext cx="5395759" cy="906366"/>
          </a:xfrm>
        </p:spPr>
        <p:txBody>
          <a:bodyPr wrap="square" lIns="21600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46CA1BB8-199C-0E5D-3C89-52929563F6F1}"/>
              </a:ext>
            </a:extLst>
          </p:cNvPr>
          <p:cNvSpPr>
            <a:spLocks noGrp="1"/>
          </p:cNvSpPr>
          <p:nvPr>
            <p:ph type="body" idx="24"/>
            <p:custDataLst>
              <p:tags r:id="rId4"/>
            </p:custDataLst>
          </p:nvPr>
        </p:nvSpPr>
        <p:spPr>
          <a:xfrm>
            <a:off x="588016" y="3703758"/>
            <a:ext cx="5395759" cy="2580533"/>
          </a:xfrm>
        </p:spPr>
        <p:txBody>
          <a:bodyPr lIns="216000" tIns="144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AB4E527A-DAA8-CD4E-29C5-E53FF388CD0A}"/>
              </a:ext>
            </a:extLst>
          </p:cNvPr>
          <p:cNvCxnSpPr>
            <a:cxnSpLocks/>
          </p:cNvCxnSpPr>
          <p:nvPr userDrawn="1"/>
        </p:nvCxnSpPr>
        <p:spPr>
          <a:xfrm>
            <a:off x="803375" y="3673178"/>
            <a:ext cx="49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34BB9ED-034D-C6F9-C12E-EE6AFCBE8B63}"/>
              </a:ext>
            </a:extLst>
          </p:cNvPr>
          <p:cNvSpPr/>
          <p:nvPr userDrawn="1"/>
        </p:nvSpPr>
        <p:spPr>
          <a:xfrm>
            <a:off x="6204625" y="2727321"/>
            <a:ext cx="5400000" cy="35523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Subtitle Placeholder 2">
            <a:extLst>
              <a:ext uri="{FF2B5EF4-FFF2-40B4-BE49-F238E27FC236}">
                <a16:creationId xmlns:a16="http://schemas.microsoft.com/office/drawing/2014/main" id="{FDC44773-9566-133D-C54F-DE817ADA78C9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6205266" y="2737152"/>
            <a:ext cx="5395759" cy="906366"/>
          </a:xfrm>
        </p:spPr>
        <p:txBody>
          <a:bodyPr wrap="square" lIns="21600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58BCE82-7643-6D49-671F-E8F6F4BF35C2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6"/>
            </p:custDataLst>
          </p:nvPr>
        </p:nvSpPr>
        <p:spPr>
          <a:xfrm>
            <a:off x="6205266" y="3701124"/>
            <a:ext cx="5395759" cy="2581200"/>
          </a:xfrm>
        </p:spPr>
        <p:txBody>
          <a:bodyPr lIns="216000" tIns="144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96C92098-F7B2-B8BA-F3DD-11BC29FBC55B}"/>
              </a:ext>
            </a:extLst>
          </p:cNvPr>
          <p:cNvCxnSpPr>
            <a:cxnSpLocks/>
          </p:cNvCxnSpPr>
          <p:nvPr userDrawn="1"/>
        </p:nvCxnSpPr>
        <p:spPr>
          <a:xfrm>
            <a:off x="6420625" y="3670544"/>
            <a:ext cx="49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30470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9232E94-DFCA-F9A6-BB11-601A6013CD28}"/>
              </a:ext>
            </a:extLst>
          </p:cNvPr>
          <p:cNvSpPr/>
          <p:nvPr userDrawn="1"/>
        </p:nvSpPr>
        <p:spPr>
          <a:xfrm>
            <a:off x="0" y="1304925"/>
            <a:ext cx="5988050" cy="347139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2291" y="1304925"/>
            <a:ext cx="5395759" cy="907200"/>
          </a:xfrm>
        </p:spPr>
        <p:txBody>
          <a:bodyPr wrap="square" lIns="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5022310"/>
            <a:ext cx="7268062" cy="125572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592291" y="2232142"/>
            <a:ext cx="5395759" cy="2544181"/>
          </a:xfrm>
        </p:spPr>
        <p:txBody>
          <a:bodyPr lIns="0" tIns="108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 2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6208866" y="1304925"/>
            <a:ext cx="5395759" cy="907200"/>
          </a:xfrm>
        </p:spPr>
        <p:txBody>
          <a:bodyPr wrap="square" lIns="216000" tIns="21600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9270-9D2C-CA4D-AA2C-E36B57CE9FD5}"/>
              </a:ext>
            </a:extLst>
          </p:cNvPr>
          <p:cNvSpPr>
            <a:spLocks noGrp="1"/>
          </p:cNvSpPr>
          <p:nvPr>
            <p:ph type="body" idx="28"/>
            <p:custDataLst>
              <p:tags r:id="rId6"/>
            </p:custDataLst>
          </p:nvPr>
        </p:nvSpPr>
        <p:spPr>
          <a:xfrm>
            <a:off x="6208866" y="2232142"/>
            <a:ext cx="5395759" cy="2545200"/>
          </a:xfrm>
        </p:spPr>
        <p:txBody>
          <a:bodyPr lIns="216000" tIns="108000" rIns="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3C6DEEA-2581-F272-852C-04C1FF646F9C}"/>
              </a:ext>
            </a:extLst>
          </p:cNvPr>
          <p:cNvSpPr/>
          <p:nvPr userDrawn="1"/>
        </p:nvSpPr>
        <p:spPr>
          <a:xfrm>
            <a:off x="10082990" y="4748990"/>
            <a:ext cx="2109010" cy="2109010"/>
          </a:xfrm>
          <a:custGeom>
            <a:avLst/>
            <a:gdLst>
              <a:gd name="connsiteX0" fmla="*/ 2109010 w 2109010"/>
              <a:gd name="connsiteY0" fmla="*/ 0 h 2109010"/>
              <a:gd name="connsiteX1" fmla="*/ 2109010 w 2109010"/>
              <a:gd name="connsiteY1" fmla="*/ 765782 h 2109010"/>
              <a:gd name="connsiteX2" fmla="*/ 2109009 w 2109010"/>
              <a:gd name="connsiteY2" fmla="*/ 765782 h 2109010"/>
              <a:gd name="connsiteX3" fmla="*/ 765781 w 2109010"/>
              <a:gd name="connsiteY3" fmla="*/ 2109010 h 2109010"/>
              <a:gd name="connsiteX4" fmla="*/ 0 w 2109010"/>
              <a:gd name="connsiteY4" fmla="*/ 2109010 h 2109010"/>
              <a:gd name="connsiteX5" fmla="*/ 210901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2109010" y="0"/>
                </a:moveTo>
                <a:lnTo>
                  <a:pt x="2109010" y="765782"/>
                </a:lnTo>
                <a:lnTo>
                  <a:pt x="2109009" y="765782"/>
                </a:lnTo>
                <a:cubicBezTo>
                  <a:pt x="1367165" y="765782"/>
                  <a:pt x="765781" y="1367166"/>
                  <a:pt x="765781" y="2109010"/>
                </a:cubicBezTo>
                <a:lnTo>
                  <a:pt x="0" y="2109010"/>
                </a:ln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2638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2A12C68-EE2C-5DA9-5627-4F1AD2DEFF53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3019851"/>
            <a:ext cx="4116388" cy="3838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3031426"/>
            <a:ext cx="3524096" cy="906366"/>
          </a:xfrm>
        </p:spPr>
        <p:txBody>
          <a:bodyPr wrap="square" lIns="0" tIns="216000" rIns="216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1313707"/>
            <a:ext cx="11012974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591650" y="3947724"/>
            <a:ext cx="3524096" cy="2326072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 2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4371594" y="3032082"/>
            <a:ext cx="3488592" cy="906366"/>
          </a:xfrm>
        </p:spPr>
        <p:txBody>
          <a:bodyPr wrap="square" lIns="108000" tIns="216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9270-9D2C-CA4D-AA2C-E36B57CE9FD5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6"/>
            </p:custDataLst>
          </p:nvPr>
        </p:nvSpPr>
        <p:spPr>
          <a:xfrm>
            <a:off x="4371594" y="3947723"/>
            <a:ext cx="3488592" cy="23256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ubtitle Placeholder 3">
            <a:extLst>
              <a:ext uri="{FF2B5EF4-FFF2-40B4-BE49-F238E27FC236}">
                <a16:creationId xmlns:a16="http://schemas.microsoft.com/office/drawing/2014/main" id="{98B32B5B-9E81-4D7C-A7D1-9735ED46BDA1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7"/>
            </p:custDataLst>
          </p:nvPr>
        </p:nvSpPr>
        <p:spPr>
          <a:xfrm>
            <a:off x="8116033" y="3032082"/>
            <a:ext cx="3488592" cy="906366"/>
          </a:xfrm>
        </p:spPr>
        <p:txBody>
          <a:bodyPr wrap="square" lIns="108000" tIns="216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4C7094B-7237-4326-BCE3-90F82EB49753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8"/>
            </p:custDataLst>
          </p:nvPr>
        </p:nvSpPr>
        <p:spPr>
          <a:xfrm>
            <a:off x="8116033" y="3947723"/>
            <a:ext cx="3488592" cy="23256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3020507"/>
            <a:ext cx="0" cy="32802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40103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3123CC8-CEE8-6788-2928-2D6336784563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3019851"/>
            <a:ext cx="4116388" cy="3838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3031426"/>
            <a:ext cx="3524096" cy="906366"/>
          </a:xfrm>
        </p:spPr>
        <p:txBody>
          <a:bodyPr wrap="square" lIns="0" tIns="216000" rIns="216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0" y="1313707"/>
            <a:ext cx="11012975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591650" y="3947724"/>
            <a:ext cx="3524096" cy="2326072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 2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4371594" y="3032082"/>
            <a:ext cx="3488592" cy="906366"/>
          </a:xfrm>
        </p:spPr>
        <p:txBody>
          <a:bodyPr wrap="square" lIns="108000" tIns="216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9270-9D2C-CA4D-AA2C-E36B57CE9FD5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6"/>
            </p:custDataLst>
          </p:nvPr>
        </p:nvSpPr>
        <p:spPr>
          <a:xfrm>
            <a:off x="4371594" y="3947723"/>
            <a:ext cx="3488592" cy="23256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ubtitle Placeholder 3">
            <a:extLst>
              <a:ext uri="{FF2B5EF4-FFF2-40B4-BE49-F238E27FC236}">
                <a16:creationId xmlns:a16="http://schemas.microsoft.com/office/drawing/2014/main" id="{98B32B5B-9E81-4D7C-A7D1-9735ED46BDA1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7"/>
            </p:custDataLst>
          </p:nvPr>
        </p:nvSpPr>
        <p:spPr>
          <a:xfrm>
            <a:off x="8116033" y="3032082"/>
            <a:ext cx="3488592" cy="906366"/>
          </a:xfrm>
        </p:spPr>
        <p:txBody>
          <a:bodyPr wrap="square" lIns="108000" tIns="216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4C7094B-7237-4326-BCE3-90F82EB49753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8"/>
            </p:custDataLst>
          </p:nvPr>
        </p:nvSpPr>
        <p:spPr>
          <a:xfrm>
            <a:off x="8116033" y="3947723"/>
            <a:ext cx="3488592" cy="23256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3019851"/>
            <a:ext cx="0" cy="32802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34973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C9FD5B4-DE4F-938F-CF2F-0D70E418249A}"/>
              </a:ext>
            </a:extLst>
          </p:cNvPr>
          <p:cNvSpPr/>
          <p:nvPr userDrawn="1"/>
        </p:nvSpPr>
        <p:spPr>
          <a:xfrm>
            <a:off x="9490699" y="4164790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1313457"/>
            <a:ext cx="3524096" cy="688256"/>
          </a:xfrm>
        </p:spPr>
        <p:txBody>
          <a:bodyPr wrap="square" lIns="0" tIns="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5029944"/>
            <a:ext cx="11012974" cy="125572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591650" y="2011645"/>
            <a:ext cx="3524096" cy="2544181"/>
          </a:xfrm>
        </p:spPr>
        <p:txBody>
          <a:bodyPr lIns="0" tIns="108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 2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4371594" y="1314113"/>
            <a:ext cx="3488592" cy="688256"/>
          </a:xfrm>
        </p:spPr>
        <p:txBody>
          <a:bodyPr wrap="square" lIns="108000" tIns="0" rIns="108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9270-9D2C-CA4D-AA2C-E36B57CE9FD5}"/>
              </a:ext>
            </a:extLst>
          </p:cNvPr>
          <p:cNvSpPr>
            <a:spLocks noGrp="1"/>
          </p:cNvSpPr>
          <p:nvPr>
            <p:ph type="body" idx="28"/>
            <p:custDataLst>
              <p:tags r:id="rId6"/>
            </p:custDataLst>
          </p:nvPr>
        </p:nvSpPr>
        <p:spPr>
          <a:xfrm>
            <a:off x="4371594" y="2011644"/>
            <a:ext cx="3488592" cy="2545200"/>
          </a:xfrm>
        </p:spPr>
        <p:txBody>
          <a:bodyPr lIns="108000" tIns="108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ubtitle Placeholder 3">
            <a:extLst>
              <a:ext uri="{FF2B5EF4-FFF2-40B4-BE49-F238E27FC236}">
                <a16:creationId xmlns:a16="http://schemas.microsoft.com/office/drawing/2014/main" id="{98B32B5B-9E81-4D7C-A7D1-9735ED46BDA1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7"/>
            </p:custDataLst>
          </p:nvPr>
        </p:nvSpPr>
        <p:spPr>
          <a:xfrm>
            <a:off x="8116033" y="1314113"/>
            <a:ext cx="3488592" cy="688256"/>
          </a:xfrm>
        </p:spPr>
        <p:txBody>
          <a:bodyPr wrap="square" lIns="108000" tIns="0" rIns="108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4C7094B-7237-4326-BCE3-90F82EB49753}"/>
              </a:ext>
            </a:extLst>
          </p:cNvPr>
          <p:cNvSpPr>
            <a:spLocks noGrp="1"/>
          </p:cNvSpPr>
          <p:nvPr>
            <p:ph type="body" idx="30"/>
            <p:custDataLst>
              <p:tags r:id="rId8"/>
            </p:custDataLst>
          </p:nvPr>
        </p:nvSpPr>
        <p:spPr>
          <a:xfrm>
            <a:off x="8116033" y="2011644"/>
            <a:ext cx="3488592" cy="2545200"/>
          </a:xfrm>
        </p:spPr>
        <p:txBody>
          <a:bodyPr lIns="108000" tIns="108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1312226"/>
            <a:ext cx="0" cy="3243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">
            <a:extLst>
              <a:ext uri="{FF2B5EF4-FFF2-40B4-BE49-F238E27FC236}">
                <a16:creationId xmlns:a16="http://schemas.microsoft.com/office/drawing/2014/main" id="{AA0775A6-C7F1-CDAC-41E2-55CCAA18FD11}"/>
              </a:ext>
            </a:extLst>
          </p:cNvPr>
          <p:cNvCxnSpPr>
            <a:cxnSpLocks/>
          </p:cNvCxnSpPr>
          <p:nvPr userDrawn="1"/>
        </p:nvCxnSpPr>
        <p:spPr>
          <a:xfrm flipV="1">
            <a:off x="4243670" y="1313457"/>
            <a:ext cx="0" cy="32423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08722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C2E0A61-0234-702E-067F-C82A0A33075E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2427425"/>
            <a:ext cx="5396400" cy="688256"/>
          </a:xfrm>
        </p:spPr>
        <p:txBody>
          <a:bodyPr wrap="square" lIns="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591650" y="3125612"/>
            <a:ext cx="5396400" cy="1079577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Subtitle Placeholder 3">
            <a:extLst>
              <a:ext uri="{FF2B5EF4-FFF2-40B4-BE49-F238E27FC236}">
                <a16:creationId xmlns:a16="http://schemas.microsoft.com/office/drawing/2014/main" id="{8EC2B027-F9FD-0DB7-B983-5C47FB54A7A8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591650" y="4487858"/>
            <a:ext cx="5396400" cy="687600"/>
          </a:xfrm>
        </p:spPr>
        <p:txBody>
          <a:bodyPr wrap="square" lIns="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1F4FE25-7EC4-C5D4-64FF-20FE46EEE405}"/>
              </a:ext>
            </a:extLst>
          </p:cNvPr>
          <p:cNvSpPr>
            <a:spLocks noGrp="1"/>
          </p:cNvSpPr>
          <p:nvPr>
            <p:ph type="body" idx="28"/>
            <p:custDataLst>
              <p:tags r:id="rId6"/>
            </p:custDataLst>
          </p:nvPr>
        </p:nvSpPr>
        <p:spPr>
          <a:xfrm>
            <a:off x="591650" y="5187015"/>
            <a:ext cx="5396400" cy="108000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FAFEB25C-CFC1-8FEF-9A2F-36278018D8BB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427425"/>
            <a:ext cx="0" cy="38395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ubtitle Placeholder 2">
            <a:extLst>
              <a:ext uri="{FF2B5EF4-FFF2-40B4-BE49-F238E27FC236}">
                <a16:creationId xmlns:a16="http://schemas.microsoft.com/office/drawing/2014/main" id="{116CB51D-9534-F7D6-D61E-D69C3016D6AA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7"/>
            </p:custDataLst>
          </p:nvPr>
        </p:nvSpPr>
        <p:spPr>
          <a:xfrm>
            <a:off x="6208225" y="2427425"/>
            <a:ext cx="5396400" cy="687600"/>
          </a:xfrm>
        </p:spPr>
        <p:txBody>
          <a:bodyPr wrap="square" lIns="10800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79D7D2C-E053-1822-95CA-8266A0169960}"/>
              </a:ext>
            </a:extLst>
          </p:cNvPr>
          <p:cNvSpPr>
            <a:spLocks noGrp="1"/>
          </p:cNvSpPr>
          <p:nvPr>
            <p:ph type="body" idx="30"/>
            <p:custDataLst>
              <p:tags r:id="rId8"/>
            </p:custDataLst>
          </p:nvPr>
        </p:nvSpPr>
        <p:spPr>
          <a:xfrm>
            <a:off x="6208225" y="3125612"/>
            <a:ext cx="5396400" cy="108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Subtitle Placeholder 4">
            <a:extLst>
              <a:ext uri="{FF2B5EF4-FFF2-40B4-BE49-F238E27FC236}">
                <a16:creationId xmlns:a16="http://schemas.microsoft.com/office/drawing/2014/main" id="{29BE7874-6F8A-D363-8E22-48FD9221A396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9"/>
            </p:custDataLst>
          </p:nvPr>
        </p:nvSpPr>
        <p:spPr>
          <a:xfrm>
            <a:off x="6208225" y="4487858"/>
            <a:ext cx="5396400" cy="687600"/>
          </a:xfrm>
        </p:spPr>
        <p:txBody>
          <a:bodyPr wrap="square" lIns="10800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F04562F5-0E08-FDFC-2684-3AC168723BE6}"/>
              </a:ext>
            </a:extLst>
          </p:cNvPr>
          <p:cNvSpPr>
            <a:spLocks noGrp="1"/>
          </p:cNvSpPr>
          <p:nvPr>
            <p:ph type="body" idx="32"/>
            <p:custDataLst>
              <p:tags r:id="rId10"/>
            </p:custDataLst>
          </p:nvPr>
        </p:nvSpPr>
        <p:spPr>
          <a:xfrm>
            <a:off x="6208225" y="5187015"/>
            <a:ext cx="5396400" cy="108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22D31091-4126-3AF0-0E73-512ED8431592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4347220"/>
            <a:ext cx="110172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35158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B7629C5-7E8A-94CF-735B-521E7711D3CF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52D126-165F-307A-B2CB-0EB7A59BC512}"/>
              </a:ext>
            </a:extLst>
          </p:cNvPr>
          <p:cNvSpPr/>
          <p:nvPr userDrawn="1"/>
        </p:nvSpPr>
        <p:spPr>
          <a:xfrm>
            <a:off x="1" y="4242624"/>
            <a:ext cx="5983776" cy="26153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Subtitle Placeholder 1">
            <a:extLst>
              <a:ext uri="{FF2B5EF4-FFF2-40B4-BE49-F238E27FC236}">
                <a16:creationId xmlns:a16="http://schemas.microsoft.com/office/drawing/2014/main" id="{8EC2B027-F9FD-0DB7-B983-5C47FB54A7A8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591650" y="2225296"/>
            <a:ext cx="5396400" cy="687600"/>
          </a:xfrm>
        </p:spPr>
        <p:txBody>
          <a:bodyPr wrap="square" lIns="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A1F4FE25-7EC4-C5D4-64FF-20FE46EEE405}"/>
              </a:ext>
            </a:extLst>
          </p:cNvPr>
          <p:cNvSpPr>
            <a:spLocks noGrp="1"/>
          </p:cNvSpPr>
          <p:nvPr>
            <p:ph type="body" idx="28"/>
            <p:custDataLst>
              <p:tags r:id="rId4"/>
            </p:custDataLst>
          </p:nvPr>
        </p:nvSpPr>
        <p:spPr>
          <a:xfrm>
            <a:off x="591650" y="2924453"/>
            <a:ext cx="5396400" cy="108000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Subtitle Placeholder 2">
            <a:extLst>
              <a:ext uri="{FF2B5EF4-FFF2-40B4-BE49-F238E27FC236}">
                <a16:creationId xmlns:a16="http://schemas.microsoft.com/office/drawing/2014/main" id="{116CB51D-9534-F7D6-D61E-D69C3016D6AA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5"/>
            </p:custDataLst>
          </p:nvPr>
        </p:nvSpPr>
        <p:spPr>
          <a:xfrm>
            <a:off x="6208225" y="2220185"/>
            <a:ext cx="5396400" cy="687600"/>
          </a:xfrm>
        </p:spPr>
        <p:txBody>
          <a:bodyPr wrap="square" lIns="10800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79D7D2C-E053-1822-95CA-8266A0169960}"/>
              </a:ext>
            </a:extLst>
          </p:cNvPr>
          <p:cNvSpPr>
            <a:spLocks noGrp="1"/>
          </p:cNvSpPr>
          <p:nvPr>
            <p:ph type="body" idx="30"/>
            <p:custDataLst>
              <p:tags r:id="rId6"/>
            </p:custDataLst>
          </p:nvPr>
        </p:nvSpPr>
        <p:spPr>
          <a:xfrm>
            <a:off x="6208225" y="2918372"/>
            <a:ext cx="5396400" cy="108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Subtitle Placeholder 4">
            <a:extLst>
              <a:ext uri="{FF2B5EF4-FFF2-40B4-BE49-F238E27FC236}">
                <a16:creationId xmlns:a16="http://schemas.microsoft.com/office/drawing/2014/main" id="{29BE7874-6F8A-D363-8E22-48FD9221A396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7"/>
            </p:custDataLst>
          </p:nvPr>
        </p:nvSpPr>
        <p:spPr>
          <a:xfrm>
            <a:off x="6208225" y="4269092"/>
            <a:ext cx="5396400" cy="906366"/>
          </a:xfrm>
        </p:spPr>
        <p:txBody>
          <a:bodyPr wrap="square" lIns="108000" tIns="21600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F04562F5-0E08-FDFC-2684-3AC168723BE6}"/>
              </a:ext>
            </a:extLst>
          </p:cNvPr>
          <p:cNvSpPr>
            <a:spLocks noGrp="1"/>
          </p:cNvSpPr>
          <p:nvPr>
            <p:ph type="body" idx="32"/>
            <p:custDataLst>
              <p:tags r:id="rId8"/>
            </p:custDataLst>
          </p:nvPr>
        </p:nvSpPr>
        <p:spPr>
          <a:xfrm>
            <a:off x="6208225" y="5187015"/>
            <a:ext cx="5396400" cy="108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Subtitle Placeholder 3">
            <a:extLst>
              <a:ext uri="{FF2B5EF4-FFF2-40B4-BE49-F238E27FC236}">
                <a16:creationId xmlns:a16="http://schemas.microsoft.com/office/drawing/2014/main" id="{FCCEE109-5079-2C83-359F-17F9EA63E1A0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9"/>
            </p:custDataLst>
          </p:nvPr>
        </p:nvSpPr>
        <p:spPr>
          <a:xfrm>
            <a:off x="591650" y="4269092"/>
            <a:ext cx="5396400" cy="906366"/>
          </a:xfrm>
        </p:spPr>
        <p:txBody>
          <a:bodyPr wrap="square" lIns="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760D815-A1E8-136C-C020-88D9721F7C28}"/>
              </a:ext>
            </a:extLst>
          </p:cNvPr>
          <p:cNvSpPr>
            <a:spLocks noGrp="1"/>
          </p:cNvSpPr>
          <p:nvPr>
            <p:ph type="body" idx="34"/>
            <p:custDataLst>
              <p:tags r:id="rId10"/>
            </p:custDataLst>
          </p:nvPr>
        </p:nvSpPr>
        <p:spPr>
          <a:xfrm>
            <a:off x="591650" y="5187015"/>
            <a:ext cx="5396400" cy="108000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02251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2787FBB-B349-D934-0382-A63F3684880C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2427425"/>
            <a:ext cx="5396400" cy="688256"/>
          </a:xfrm>
        </p:spPr>
        <p:txBody>
          <a:bodyPr wrap="square" lIns="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591650" y="3125612"/>
            <a:ext cx="5396400" cy="1079577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Subtitle Placeholder 3">
            <a:extLst>
              <a:ext uri="{FF2B5EF4-FFF2-40B4-BE49-F238E27FC236}">
                <a16:creationId xmlns:a16="http://schemas.microsoft.com/office/drawing/2014/main" id="{8EC2B027-F9FD-0DB7-B983-5C47FB54A7A8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591650" y="4487858"/>
            <a:ext cx="5396400" cy="687600"/>
          </a:xfrm>
        </p:spPr>
        <p:txBody>
          <a:bodyPr wrap="square" lIns="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1F4FE25-7EC4-C5D4-64FF-20FE46EEE405}"/>
              </a:ext>
            </a:extLst>
          </p:cNvPr>
          <p:cNvSpPr>
            <a:spLocks noGrp="1"/>
          </p:cNvSpPr>
          <p:nvPr>
            <p:ph type="body" idx="28"/>
            <p:custDataLst>
              <p:tags r:id="rId6"/>
            </p:custDataLst>
          </p:nvPr>
        </p:nvSpPr>
        <p:spPr>
          <a:xfrm>
            <a:off x="591650" y="5187015"/>
            <a:ext cx="5396400" cy="108000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FAFEB25C-CFC1-8FEF-9A2F-36278018D8BB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427425"/>
            <a:ext cx="0" cy="38395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ubtitle Placeholder 2">
            <a:extLst>
              <a:ext uri="{FF2B5EF4-FFF2-40B4-BE49-F238E27FC236}">
                <a16:creationId xmlns:a16="http://schemas.microsoft.com/office/drawing/2014/main" id="{116CB51D-9534-F7D6-D61E-D69C3016D6AA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7"/>
            </p:custDataLst>
          </p:nvPr>
        </p:nvSpPr>
        <p:spPr>
          <a:xfrm>
            <a:off x="6208225" y="2427425"/>
            <a:ext cx="5396400" cy="687600"/>
          </a:xfrm>
        </p:spPr>
        <p:txBody>
          <a:bodyPr wrap="square" lIns="10800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79D7D2C-E053-1822-95CA-8266A0169960}"/>
              </a:ext>
            </a:extLst>
          </p:cNvPr>
          <p:cNvSpPr>
            <a:spLocks noGrp="1"/>
          </p:cNvSpPr>
          <p:nvPr>
            <p:ph type="body" idx="30"/>
            <p:custDataLst>
              <p:tags r:id="rId8"/>
            </p:custDataLst>
          </p:nvPr>
        </p:nvSpPr>
        <p:spPr>
          <a:xfrm>
            <a:off x="6208225" y="3125612"/>
            <a:ext cx="5396400" cy="108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Subtitle Placeholder 4">
            <a:extLst>
              <a:ext uri="{FF2B5EF4-FFF2-40B4-BE49-F238E27FC236}">
                <a16:creationId xmlns:a16="http://schemas.microsoft.com/office/drawing/2014/main" id="{29BE7874-6F8A-D363-8E22-48FD9221A396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9"/>
            </p:custDataLst>
          </p:nvPr>
        </p:nvSpPr>
        <p:spPr>
          <a:xfrm>
            <a:off x="6208225" y="4487858"/>
            <a:ext cx="5396400" cy="687600"/>
          </a:xfrm>
        </p:spPr>
        <p:txBody>
          <a:bodyPr wrap="square" lIns="10800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F04562F5-0E08-FDFC-2684-3AC168723BE6}"/>
              </a:ext>
            </a:extLst>
          </p:cNvPr>
          <p:cNvSpPr>
            <a:spLocks noGrp="1"/>
          </p:cNvSpPr>
          <p:nvPr>
            <p:ph type="body" idx="32"/>
            <p:custDataLst>
              <p:tags r:id="rId10"/>
            </p:custDataLst>
          </p:nvPr>
        </p:nvSpPr>
        <p:spPr>
          <a:xfrm>
            <a:off x="6208225" y="5187015"/>
            <a:ext cx="5396400" cy="108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22D31091-4126-3AF0-0E73-512ED8431592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4347220"/>
            <a:ext cx="110172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85241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40111D9-9615-C1EC-934E-C33457C00A17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93321-7687-C12B-4E46-34DDF65CDC72}"/>
              </a:ext>
            </a:extLst>
          </p:cNvPr>
          <p:cNvSpPr>
            <a:spLocks noGrp="1"/>
          </p:cNvSpPr>
          <p:nvPr>
            <p:ph type="body" idx="28"/>
            <p:custDataLst>
              <p:tags r:id="rId3"/>
            </p:custDataLst>
          </p:nvPr>
        </p:nvSpPr>
        <p:spPr>
          <a:xfrm>
            <a:off x="591649" y="1941571"/>
            <a:ext cx="7268063" cy="939332"/>
          </a:xfrm>
        </p:spPr>
        <p:txBody>
          <a:bodyPr lIns="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07957D6-6FB7-7DCF-FD38-4B3347EE0D49}"/>
              </a:ext>
            </a:extLst>
          </p:cNvPr>
          <p:cNvSpPr>
            <a:spLocks noGrp="1"/>
          </p:cNvSpPr>
          <p:nvPr>
            <p:ph type="tbl" sz="quarter" idx="29"/>
          </p:nvPr>
        </p:nvSpPr>
        <p:spPr>
          <a:xfrm>
            <a:off x="587375" y="3042785"/>
            <a:ext cx="11017250" cy="3231015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30129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F7049D2-BB3B-6064-384A-B54CEA26B140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93321-7687-C12B-4E46-34DDF65CDC72}"/>
              </a:ext>
            </a:extLst>
          </p:cNvPr>
          <p:cNvSpPr>
            <a:spLocks noGrp="1"/>
          </p:cNvSpPr>
          <p:nvPr>
            <p:ph type="body" idx="28"/>
            <p:custDataLst>
              <p:tags r:id="rId3"/>
            </p:custDataLst>
          </p:nvPr>
        </p:nvSpPr>
        <p:spPr>
          <a:xfrm>
            <a:off x="591649" y="1941571"/>
            <a:ext cx="7268063" cy="939332"/>
          </a:xfrm>
        </p:spPr>
        <p:txBody>
          <a:bodyPr lIns="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07957D6-6FB7-7DCF-FD38-4B3347EE0D49}"/>
              </a:ext>
            </a:extLst>
          </p:cNvPr>
          <p:cNvSpPr>
            <a:spLocks noGrp="1"/>
          </p:cNvSpPr>
          <p:nvPr>
            <p:ph type="tbl" sz="quarter" idx="29"/>
          </p:nvPr>
        </p:nvSpPr>
        <p:spPr>
          <a:xfrm>
            <a:off x="587375" y="3042785"/>
            <a:ext cx="11017250" cy="3231015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23127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1335DD5-0C41-4AF4-E82A-A985B29A2F97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2F10DCD-AE8F-29FA-2E4D-F56AD1B75DD3}"/>
              </a:ext>
            </a:extLst>
          </p:cNvPr>
          <p:cNvSpPr/>
          <p:nvPr userDrawn="1"/>
        </p:nvSpPr>
        <p:spPr>
          <a:xfrm>
            <a:off x="828032" y="2364284"/>
            <a:ext cx="1854612" cy="1854612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4" name="Circle">
            <a:extLst>
              <a:ext uri="{FF2B5EF4-FFF2-40B4-BE49-F238E27FC236}">
                <a16:creationId xmlns:a16="http://schemas.microsoft.com/office/drawing/2014/main" id="{4E988A8C-7BDF-9D2F-18F2-32E318AEE77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8032" y="2364284"/>
            <a:ext cx="1854612" cy="1854612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5" name="Percent Placeholder">
            <a:extLst>
              <a:ext uri="{FF2B5EF4-FFF2-40B4-BE49-F238E27FC236}">
                <a16:creationId xmlns:a16="http://schemas.microsoft.com/office/drawing/2014/main" id="{D4FB04DF-CB16-C10F-9576-25A579CBE9FB}"/>
              </a:ext>
            </a:extLst>
          </p:cNvPr>
          <p:cNvSpPr>
            <a:spLocks noGrp="1"/>
          </p:cNvSpPr>
          <p:nvPr>
            <p:ph type="body" sz="quarter" idx="33" hasCustomPrompt="1"/>
            <p:custDataLst>
              <p:tags r:id="rId3"/>
            </p:custDataLst>
          </p:nvPr>
        </p:nvSpPr>
        <p:spPr>
          <a:xfrm>
            <a:off x="1043061" y="2845801"/>
            <a:ext cx="1476801" cy="891579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922B0B5-505C-A386-A4E5-4830E8F93DFC}"/>
              </a:ext>
            </a:extLst>
          </p:cNvPr>
          <p:cNvSpPr/>
          <p:nvPr userDrawn="1"/>
        </p:nvSpPr>
        <p:spPr>
          <a:xfrm>
            <a:off x="4592488" y="2364284"/>
            <a:ext cx="1854612" cy="1854612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12" name="Circle">
            <a:extLst>
              <a:ext uri="{FF2B5EF4-FFF2-40B4-BE49-F238E27FC236}">
                <a16:creationId xmlns:a16="http://schemas.microsoft.com/office/drawing/2014/main" id="{91E44D06-23CE-FC30-02D6-B63070691C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92488" y="2364284"/>
            <a:ext cx="1854612" cy="1854612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13" name="Percent Placeholder">
            <a:extLst>
              <a:ext uri="{FF2B5EF4-FFF2-40B4-BE49-F238E27FC236}">
                <a16:creationId xmlns:a16="http://schemas.microsoft.com/office/drawing/2014/main" id="{DA362CCC-E569-50D2-8B2B-9B7D72D53947}"/>
              </a:ext>
            </a:extLst>
          </p:cNvPr>
          <p:cNvSpPr>
            <a:spLocks noGrp="1"/>
          </p:cNvSpPr>
          <p:nvPr>
            <p:ph type="body" sz="quarter" idx="35" hasCustomPrompt="1"/>
            <p:custDataLst>
              <p:tags r:id="rId4"/>
            </p:custDataLst>
          </p:nvPr>
        </p:nvSpPr>
        <p:spPr>
          <a:xfrm>
            <a:off x="4807517" y="2845801"/>
            <a:ext cx="1476801" cy="891579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5EC6FEAE-ECE3-69E4-4A60-F7A3476A383B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591650" y="4457594"/>
            <a:ext cx="3524738" cy="489534"/>
          </a:xfrm>
        </p:spPr>
        <p:txBody>
          <a:bodyPr wrap="square" lIns="0" tIns="108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38A3C07-1001-0BC9-CBAB-333A5050BE61}"/>
              </a:ext>
            </a:extLst>
          </p:cNvPr>
          <p:cNvSpPr>
            <a:spLocks noGrp="1"/>
          </p:cNvSpPr>
          <p:nvPr>
            <p:ph type="body" idx="28"/>
            <p:custDataLst>
              <p:tags r:id="rId6"/>
            </p:custDataLst>
          </p:nvPr>
        </p:nvSpPr>
        <p:spPr>
          <a:xfrm>
            <a:off x="591650" y="4956796"/>
            <a:ext cx="3524738" cy="1328876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94CE2B53-4E70-BD9B-EF16-8955448FEA6C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7"/>
            </p:custDataLst>
          </p:nvPr>
        </p:nvSpPr>
        <p:spPr>
          <a:xfrm>
            <a:off x="4352769" y="4455705"/>
            <a:ext cx="3506944" cy="489534"/>
          </a:xfrm>
        </p:spPr>
        <p:txBody>
          <a:bodyPr wrap="square" lIns="108000" tIns="108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0B5BA5C-6D81-EDFB-0156-67973B17CCC2}"/>
              </a:ext>
            </a:extLst>
          </p:cNvPr>
          <p:cNvSpPr>
            <a:spLocks noGrp="1"/>
          </p:cNvSpPr>
          <p:nvPr>
            <p:ph type="body" idx="37"/>
            <p:custDataLst>
              <p:tags r:id="rId8"/>
            </p:custDataLst>
          </p:nvPr>
        </p:nvSpPr>
        <p:spPr>
          <a:xfrm>
            <a:off x="4352769" y="4956796"/>
            <a:ext cx="3506944" cy="13284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634CB3D6-AF8B-D045-366E-D77BCC389C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96095" y="2164074"/>
            <a:ext cx="3504256" cy="4693925"/>
          </a:xfrm>
          <a:prstGeom prst="round2SameRect">
            <a:avLst>
              <a:gd name="adj1" fmla="val 14058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F1B372DA-9935-3A17-75AC-847C7FD2E3DE}"/>
              </a:ext>
            </a:extLst>
          </p:cNvPr>
          <p:cNvCxnSpPr>
            <a:cxnSpLocks/>
          </p:cNvCxnSpPr>
          <p:nvPr userDrawn="1"/>
        </p:nvCxnSpPr>
        <p:spPr>
          <a:xfrm flipV="1">
            <a:off x="4243670" y="4455705"/>
            <a:ext cx="0" cy="18294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77337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87B6D79-024A-ED7C-2024-28EBEAFFBCDC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2F10DCD-AE8F-29FA-2E4D-F56AD1B75DD3}"/>
              </a:ext>
            </a:extLst>
          </p:cNvPr>
          <p:cNvSpPr/>
          <p:nvPr userDrawn="1"/>
        </p:nvSpPr>
        <p:spPr>
          <a:xfrm>
            <a:off x="828032" y="2364284"/>
            <a:ext cx="1854612" cy="1854612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4" name="Circle">
            <a:extLst>
              <a:ext uri="{FF2B5EF4-FFF2-40B4-BE49-F238E27FC236}">
                <a16:creationId xmlns:a16="http://schemas.microsoft.com/office/drawing/2014/main" id="{4E988A8C-7BDF-9D2F-18F2-32E318AEE77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8032" y="2364284"/>
            <a:ext cx="1854612" cy="1854612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5" name="Percent Placeholder">
            <a:extLst>
              <a:ext uri="{FF2B5EF4-FFF2-40B4-BE49-F238E27FC236}">
                <a16:creationId xmlns:a16="http://schemas.microsoft.com/office/drawing/2014/main" id="{D4FB04DF-CB16-C10F-9576-25A579CBE9FB}"/>
              </a:ext>
            </a:extLst>
          </p:cNvPr>
          <p:cNvSpPr>
            <a:spLocks noGrp="1"/>
          </p:cNvSpPr>
          <p:nvPr>
            <p:ph type="body" sz="quarter" idx="33" hasCustomPrompt="1"/>
            <p:custDataLst>
              <p:tags r:id="rId3"/>
            </p:custDataLst>
          </p:nvPr>
        </p:nvSpPr>
        <p:spPr>
          <a:xfrm>
            <a:off x="1043061" y="2845801"/>
            <a:ext cx="1476801" cy="891579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922B0B5-505C-A386-A4E5-4830E8F93DFC}"/>
              </a:ext>
            </a:extLst>
          </p:cNvPr>
          <p:cNvSpPr/>
          <p:nvPr userDrawn="1"/>
        </p:nvSpPr>
        <p:spPr>
          <a:xfrm>
            <a:off x="4592488" y="2364284"/>
            <a:ext cx="1854612" cy="1854612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12" name="Circle">
            <a:extLst>
              <a:ext uri="{FF2B5EF4-FFF2-40B4-BE49-F238E27FC236}">
                <a16:creationId xmlns:a16="http://schemas.microsoft.com/office/drawing/2014/main" id="{91E44D06-23CE-FC30-02D6-B63070691C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92488" y="2364284"/>
            <a:ext cx="1854612" cy="1854612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13" name="Percent Placeholder">
            <a:extLst>
              <a:ext uri="{FF2B5EF4-FFF2-40B4-BE49-F238E27FC236}">
                <a16:creationId xmlns:a16="http://schemas.microsoft.com/office/drawing/2014/main" id="{DA362CCC-E569-50D2-8B2B-9B7D72D53947}"/>
              </a:ext>
            </a:extLst>
          </p:cNvPr>
          <p:cNvSpPr>
            <a:spLocks noGrp="1"/>
          </p:cNvSpPr>
          <p:nvPr>
            <p:ph type="body" sz="quarter" idx="35" hasCustomPrompt="1"/>
            <p:custDataLst>
              <p:tags r:id="rId4"/>
            </p:custDataLst>
          </p:nvPr>
        </p:nvSpPr>
        <p:spPr>
          <a:xfrm>
            <a:off x="4807517" y="2845801"/>
            <a:ext cx="1476801" cy="891579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5EC6FEAE-ECE3-69E4-4A60-F7A3476A383B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591650" y="4457594"/>
            <a:ext cx="3524738" cy="489534"/>
          </a:xfrm>
        </p:spPr>
        <p:txBody>
          <a:bodyPr wrap="square" lIns="0" tIns="108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38A3C07-1001-0BC9-CBAB-333A5050BE61}"/>
              </a:ext>
            </a:extLst>
          </p:cNvPr>
          <p:cNvSpPr>
            <a:spLocks noGrp="1"/>
          </p:cNvSpPr>
          <p:nvPr>
            <p:ph type="body" idx="28"/>
            <p:custDataLst>
              <p:tags r:id="rId6"/>
            </p:custDataLst>
          </p:nvPr>
        </p:nvSpPr>
        <p:spPr>
          <a:xfrm>
            <a:off x="591650" y="4956796"/>
            <a:ext cx="3524738" cy="1328876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94CE2B53-4E70-BD9B-EF16-8955448FEA6C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7"/>
            </p:custDataLst>
          </p:nvPr>
        </p:nvSpPr>
        <p:spPr>
          <a:xfrm>
            <a:off x="4352769" y="4455705"/>
            <a:ext cx="3506944" cy="489534"/>
          </a:xfrm>
        </p:spPr>
        <p:txBody>
          <a:bodyPr wrap="square" lIns="108000" tIns="108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0B5BA5C-6D81-EDFB-0156-67973B17CCC2}"/>
              </a:ext>
            </a:extLst>
          </p:cNvPr>
          <p:cNvSpPr>
            <a:spLocks noGrp="1"/>
          </p:cNvSpPr>
          <p:nvPr>
            <p:ph type="body" idx="37"/>
            <p:custDataLst>
              <p:tags r:id="rId8"/>
            </p:custDataLst>
          </p:nvPr>
        </p:nvSpPr>
        <p:spPr>
          <a:xfrm>
            <a:off x="4352769" y="4956796"/>
            <a:ext cx="3506944" cy="13284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813E020-6CF0-12D0-E6E2-05842B904C7C}"/>
              </a:ext>
            </a:extLst>
          </p:cNvPr>
          <p:cNvSpPr/>
          <p:nvPr userDrawn="1"/>
        </p:nvSpPr>
        <p:spPr>
          <a:xfrm>
            <a:off x="8337400" y="2364284"/>
            <a:ext cx="1854612" cy="1854612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11" name="Circle">
            <a:extLst>
              <a:ext uri="{FF2B5EF4-FFF2-40B4-BE49-F238E27FC236}">
                <a16:creationId xmlns:a16="http://schemas.microsoft.com/office/drawing/2014/main" id="{3D9E0456-FE02-0B0D-6EE7-4808FC2B33C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337400" y="2364284"/>
            <a:ext cx="1854612" cy="1854612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14" name="Percent Placeholder">
            <a:extLst>
              <a:ext uri="{FF2B5EF4-FFF2-40B4-BE49-F238E27FC236}">
                <a16:creationId xmlns:a16="http://schemas.microsoft.com/office/drawing/2014/main" id="{F98A8A39-DAED-C1F2-BCFE-2C891638D157}"/>
              </a:ext>
            </a:extLst>
          </p:cNvPr>
          <p:cNvSpPr>
            <a:spLocks noGrp="1"/>
          </p:cNvSpPr>
          <p:nvPr>
            <p:ph type="body" sz="quarter" idx="39" hasCustomPrompt="1"/>
            <p:custDataLst>
              <p:tags r:id="rId9"/>
            </p:custDataLst>
          </p:nvPr>
        </p:nvSpPr>
        <p:spPr>
          <a:xfrm>
            <a:off x="8552429" y="2845801"/>
            <a:ext cx="1476801" cy="891579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5" name="Subtitle Placeholder">
            <a:extLst>
              <a:ext uri="{FF2B5EF4-FFF2-40B4-BE49-F238E27FC236}">
                <a16:creationId xmlns:a16="http://schemas.microsoft.com/office/drawing/2014/main" id="{2B2AE8A7-3D4F-9644-1A58-5DED54068218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10"/>
            </p:custDataLst>
          </p:nvPr>
        </p:nvSpPr>
        <p:spPr>
          <a:xfrm>
            <a:off x="8097681" y="4455705"/>
            <a:ext cx="3506944" cy="489534"/>
          </a:xfrm>
        </p:spPr>
        <p:txBody>
          <a:bodyPr wrap="square" lIns="108000" tIns="108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9AA9EA4-8A91-563D-796A-023F4EC7B0D5}"/>
              </a:ext>
            </a:extLst>
          </p:cNvPr>
          <p:cNvSpPr>
            <a:spLocks noGrp="1"/>
          </p:cNvSpPr>
          <p:nvPr>
            <p:ph type="body" idx="41"/>
            <p:custDataLst>
              <p:tags r:id="rId11"/>
            </p:custDataLst>
          </p:nvPr>
        </p:nvSpPr>
        <p:spPr>
          <a:xfrm>
            <a:off x="8097681" y="4956796"/>
            <a:ext cx="3506944" cy="13284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2" name="Straight Connector">
            <a:extLst>
              <a:ext uri="{FF2B5EF4-FFF2-40B4-BE49-F238E27FC236}">
                <a16:creationId xmlns:a16="http://schemas.microsoft.com/office/drawing/2014/main" id="{FDECF418-0325-22D8-85F8-0C1111EDE009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4455705"/>
            <a:ext cx="0" cy="18294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">
            <a:extLst>
              <a:ext uri="{FF2B5EF4-FFF2-40B4-BE49-F238E27FC236}">
                <a16:creationId xmlns:a16="http://schemas.microsoft.com/office/drawing/2014/main" id="{D9FA0CE7-F341-A13D-8046-54C5D70A1AEE}"/>
              </a:ext>
            </a:extLst>
          </p:cNvPr>
          <p:cNvCxnSpPr>
            <a:cxnSpLocks/>
          </p:cNvCxnSpPr>
          <p:nvPr userDrawn="1"/>
        </p:nvCxnSpPr>
        <p:spPr>
          <a:xfrm flipV="1">
            <a:off x="4243670" y="4455705"/>
            <a:ext cx="0" cy="18294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652170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1A70C86-A95D-41C9-E3F7-4C90E9FC5432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2F10DCD-AE8F-29FA-2E4D-F56AD1B75DD3}"/>
              </a:ext>
            </a:extLst>
          </p:cNvPr>
          <p:cNvSpPr/>
          <p:nvPr userDrawn="1"/>
        </p:nvSpPr>
        <p:spPr>
          <a:xfrm>
            <a:off x="826346" y="2429054"/>
            <a:ext cx="1455876" cy="1455876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4" name="Circle">
            <a:extLst>
              <a:ext uri="{FF2B5EF4-FFF2-40B4-BE49-F238E27FC236}">
                <a16:creationId xmlns:a16="http://schemas.microsoft.com/office/drawing/2014/main" id="{4E988A8C-7BDF-9D2F-18F2-32E318AEE77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6346" y="2429054"/>
            <a:ext cx="1455876" cy="1455876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5" name="Percent Placeholder">
            <a:extLst>
              <a:ext uri="{FF2B5EF4-FFF2-40B4-BE49-F238E27FC236}">
                <a16:creationId xmlns:a16="http://schemas.microsoft.com/office/drawing/2014/main" id="{D4FB04DF-CB16-C10F-9576-25A579CBE9FB}"/>
              </a:ext>
            </a:extLst>
          </p:cNvPr>
          <p:cNvSpPr>
            <a:spLocks noGrp="1"/>
          </p:cNvSpPr>
          <p:nvPr>
            <p:ph type="body" sz="quarter" idx="33" hasCustomPrompt="1"/>
            <p:custDataLst>
              <p:tags r:id="rId3"/>
            </p:custDataLst>
          </p:nvPr>
        </p:nvSpPr>
        <p:spPr>
          <a:xfrm>
            <a:off x="974638" y="2807046"/>
            <a:ext cx="1159293" cy="699892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922B0B5-505C-A386-A4E5-4830E8F93DFC}"/>
              </a:ext>
            </a:extLst>
          </p:cNvPr>
          <p:cNvSpPr/>
          <p:nvPr userDrawn="1"/>
        </p:nvSpPr>
        <p:spPr>
          <a:xfrm>
            <a:off x="3630675" y="2429054"/>
            <a:ext cx="1455876" cy="1455876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12" name="Circle">
            <a:extLst>
              <a:ext uri="{FF2B5EF4-FFF2-40B4-BE49-F238E27FC236}">
                <a16:creationId xmlns:a16="http://schemas.microsoft.com/office/drawing/2014/main" id="{91E44D06-23CE-FC30-02D6-B63070691C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630675" y="2429054"/>
            <a:ext cx="1455876" cy="1455876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13" name="Percent Placeholder">
            <a:extLst>
              <a:ext uri="{FF2B5EF4-FFF2-40B4-BE49-F238E27FC236}">
                <a16:creationId xmlns:a16="http://schemas.microsoft.com/office/drawing/2014/main" id="{DA362CCC-E569-50D2-8B2B-9B7D72D53947}"/>
              </a:ext>
            </a:extLst>
          </p:cNvPr>
          <p:cNvSpPr>
            <a:spLocks noGrp="1"/>
          </p:cNvSpPr>
          <p:nvPr>
            <p:ph type="body" sz="quarter" idx="35" hasCustomPrompt="1"/>
            <p:custDataLst>
              <p:tags r:id="rId4"/>
            </p:custDataLst>
          </p:nvPr>
        </p:nvSpPr>
        <p:spPr>
          <a:xfrm>
            <a:off x="3778967" y="2807046"/>
            <a:ext cx="1159293" cy="699892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5EC6FEAE-ECE3-69E4-4A60-F7A3476A383B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591650" y="4190148"/>
            <a:ext cx="2588113" cy="489534"/>
          </a:xfrm>
        </p:spPr>
        <p:txBody>
          <a:bodyPr wrap="square" lIns="0" tIns="108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38A3C07-1001-0BC9-CBAB-333A5050BE61}"/>
              </a:ext>
            </a:extLst>
          </p:cNvPr>
          <p:cNvSpPr>
            <a:spLocks noGrp="1"/>
          </p:cNvSpPr>
          <p:nvPr>
            <p:ph type="body" idx="28"/>
            <p:custDataLst>
              <p:tags r:id="rId6"/>
            </p:custDataLst>
          </p:nvPr>
        </p:nvSpPr>
        <p:spPr>
          <a:xfrm>
            <a:off x="591650" y="4692614"/>
            <a:ext cx="2588113" cy="1576800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94CE2B53-4E70-BD9B-EF16-8955448FEA6C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7"/>
            </p:custDataLst>
          </p:nvPr>
        </p:nvSpPr>
        <p:spPr>
          <a:xfrm>
            <a:off x="3395979" y="4190148"/>
            <a:ext cx="2592387" cy="489534"/>
          </a:xfrm>
        </p:spPr>
        <p:txBody>
          <a:bodyPr wrap="square" lIns="108000" tIns="108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0B5BA5C-6D81-EDFB-0156-67973B17CCC2}"/>
              </a:ext>
            </a:extLst>
          </p:cNvPr>
          <p:cNvSpPr>
            <a:spLocks noGrp="1"/>
          </p:cNvSpPr>
          <p:nvPr>
            <p:ph type="body" idx="37"/>
            <p:custDataLst>
              <p:tags r:id="rId8"/>
            </p:custDataLst>
          </p:nvPr>
        </p:nvSpPr>
        <p:spPr>
          <a:xfrm>
            <a:off x="3395979" y="4691239"/>
            <a:ext cx="2592387" cy="1578175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813E020-6CF0-12D0-E6E2-05842B904C7C}"/>
              </a:ext>
            </a:extLst>
          </p:cNvPr>
          <p:cNvSpPr/>
          <p:nvPr userDrawn="1"/>
        </p:nvSpPr>
        <p:spPr>
          <a:xfrm>
            <a:off x="6439278" y="2429054"/>
            <a:ext cx="1455876" cy="1455876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11" name="Circle">
            <a:extLst>
              <a:ext uri="{FF2B5EF4-FFF2-40B4-BE49-F238E27FC236}">
                <a16:creationId xmlns:a16="http://schemas.microsoft.com/office/drawing/2014/main" id="{3D9E0456-FE02-0B0D-6EE7-4808FC2B33C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39278" y="2429054"/>
            <a:ext cx="1455876" cy="1455876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14" name="Percent Placeholder">
            <a:extLst>
              <a:ext uri="{FF2B5EF4-FFF2-40B4-BE49-F238E27FC236}">
                <a16:creationId xmlns:a16="http://schemas.microsoft.com/office/drawing/2014/main" id="{F98A8A39-DAED-C1F2-BCFE-2C891638D157}"/>
              </a:ext>
            </a:extLst>
          </p:cNvPr>
          <p:cNvSpPr>
            <a:spLocks noGrp="1"/>
          </p:cNvSpPr>
          <p:nvPr>
            <p:ph type="body" sz="quarter" idx="39" hasCustomPrompt="1"/>
            <p:custDataLst>
              <p:tags r:id="rId9"/>
            </p:custDataLst>
          </p:nvPr>
        </p:nvSpPr>
        <p:spPr>
          <a:xfrm>
            <a:off x="6587570" y="2807046"/>
            <a:ext cx="1159293" cy="699892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5" name="Subtitle Placeholder">
            <a:extLst>
              <a:ext uri="{FF2B5EF4-FFF2-40B4-BE49-F238E27FC236}">
                <a16:creationId xmlns:a16="http://schemas.microsoft.com/office/drawing/2014/main" id="{2B2AE8A7-3D4F-9644-1A58-5DED54068218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10"/>
            </p:custDataLst>
          </p:nvPr>
        </p:nvSpPr>
        <p:spPr>
          <a:xfrm>
            <a:off x="6204582" y="4190148"/>
            <a:ext cx="2591913" cy="489534"/>
          </a:xfrm>
        </p:spPr>
        <p:txBody>
          <a:bodyPr wrap="square" lIns="108000" tIns="108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9AA9EA4-8A91-563D-796A-023F4EC7B0D5}"/>
              </a:ext>
            </a:extLst>
          </p:cNvPr>
          <p:cNvSpPr>
            <a:spLocks noGrp="1"/>
          </p:cNvSpPr>
          <p:nvPr>
            <p:ph type="body" idx="41"/>
            <p:custDataLst>
              <p:tags r:id="rId11"/>
            </p:custDataLst>
          </p:nvPr>
        </p:nvSpPr>
        <p:spPr>
          <a:xfrm>
            <a:off x="6204582" y="4692614"/>
            <a:ext cx="2591913" cy="1576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2" name="Straight Connector">
            <a:extLst>
              <a:ext uri="{FF2B5EF4-FFF2-40B4-BE49-F238E27FC236}">
                <a16:creationId xmlns:a16="http://schemas.microsoft.com/office/drawing/2014/main" id="{FDECF418-0325-22D8-85F8-0C1111EDE009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474" y="4187170"/>
            <a:ext cx="0" cy="2088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">
            <a:extLst>
              <a:ext uri="{FF2B5EF4-FFF2-40B4-BE49-F238E27FC236}">
                <a16:creationId xmlns:a16="http://schemas.microsoft.com/office/drawing/2014/main" id="{D9FA0CE7-F341-A13D-8046-54C5D70A1AEE}"/>
              </a:ext>
            </a:extLst>
          </p:cNvPr>
          <p:cNvCxnSpPr>
            <a:cxnSpLocks/>
          </p:cNvCxnSpPr>
          <p:nvPr userDrawn="1"/>
        </p:nvCxnSpPr>
        <p:spPr>
          <a:xfrm flipV="1">
            <a:off x="3287871" y="4188050"/>
            <a:ext cx="0" cy="208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ubtitle Placeholder">
            <a:extLst>
              <a:ext uri="{FF2B5EF4-FFF2-40B4-BE49-F238E27FC236}">
                <a16:creationId xmlns:a16="http://schemas.microsoft.com/office/drawing/2014/main" id="{A09F6F27-9F30-799E-367C-16817FD937C0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12"/>
            </p:custDataLst>
          </p:nvPr>
        </p:nvSpPr>
        <p:spPr>
          <a:xfrm>
            <a:off x="9012712" y="4190148"/>
            <a:ext cx="2591913" cy="489534"/>
          </a:xfrm>
        </p:spPr>
        <p:txBody>
          <a:bodyPr wrap="square" lIns="108000" tIns="108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FADA109-6263-C03F-1866-3F1F760BF347}"/>
              </a:ext>
            </a:extLst>
          </p:cNvPr>
          <p:cNvSpPr>
            <a:spLocks noGrp="1"/>
          </p:cNvSpPr>
          <p:nvPr>
            <p:ph type="body" idx="43"/>
            <p:custDataLst>
              <p:tags r:id="rId13"/>
            </p:custDataLst>
          </p:nvPr>
        </p:nvSpPr>
        <p:spPr>
          <a:xfrm>
            <a:off x="9012712" y="4692614"/>
            <a:ext cx="2591913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6" name="Straight Connector">
            <a:extLst>
              <a:ext uri="{FF2B5EF4-FFF2-40B4-BE49-F238E27FC236}">
                <a16:creationId xmlns:a16="http://schemas.microsoft.com/office/drawing/2014/main" id="{375800F5-BEE8-1439-6390-996DAF17C8B6}"/>
              </a:ext>
            </a:extLst>
          </p:cNvPr>
          <p:cNvCxnSpPr>
            <a:cxnSpLocks/>
          </p:cNvCxnSpPr>
          <p:nvPr userDrawn="1"/>
        </p:nvCxnSpPr>
        <p:spPr>
          <a:xfrm flipV="1">
            <a:off x="8904603" y="4188050"/>
            <a:ext cx="0" cy="208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11F02CDE-C4FA-0860-88A2-D501429A83D6}"/>
              </a:ext>
            </a:extLst>
          </p:cNvPr>
          <p:cNvSpPr/>
          <p:nvPr userDrawn="1"/>
        </p:nvSpPr>
        <p:spPr>
          <a:xfrm>
            <a:off x="9247408" y="2375802"/>
            <a:ext cx="1455876" cy="1455876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31" name="Circle">
            <a:extLst>
              <a:ext uri="{FF2B5EF4-FFF2-40B4-BE49-F238E27FC236}">
                <a16:creationId xmlns:a16="http://schemas.microsoft.com/office/drawing/2014/main" id="{10C33DB2-873C-8451-424A-4F8DE02D9A8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247408" y="2375802"/>
            <a:ext cx="1455876" cy="1455876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32" name="Percent Placeholder">
            <a:extLst>
              <a:ext uri="{FF2B5EF4-FFF2-40B4-BE49-F238E27FC236}">
                <a16:creationId xmlns:a16="http://schemas.microsoft.com/office/drawing/2014/main" id="{F2660B19-E5CF-03D7-C3FC-F91885EF0782}"/>
              </a:ext>
            </a:extLst>
          </p:cNvPr>
          <p:cNvSpPr>
            <a:spLocks noGrp="1"/>
          </p:cNvSpPr>
          <p:nvPr>
            <p:ph type="body" sz="quarter" idx="45" hasCustomPrompt="1"/>
            <p:custDataLst>
              <p:tags r:id="rId14"/>
            </p:custDataLst>
          </p:nvPr>
        </p:nvSpPr>
        <p:spPr>
          <a:xfrm>
            <a:off x="9395700" y="2753794"/>
            <a:ext cx="1159293" cy="699892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2611728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Chart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6699470-FC89-CB4A-F6A1-3DD78B94B6F7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2236169"/>
            <a:ext cx="4116388" cy="4621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2236169"/>
            <a:ext cx="3524096" cy="1214142"/>
          </a:xfrm>
        </p:spPr>
        <p:txBody>
          <a:bodyPr wrap="square" lIns="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1313707"/>
            <a:ext cx="11012974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591650" y="3460243"/>
            <a:ext cx="3524096" cy="282467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66D05320-99B2-9216-B2B5-BF36B0DDA1A5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4332288" y="2157571"/>
            <a:ext cx="7272337" cy="4127342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53329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Chart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6699470-FC89-CB4A-F6A1-3DD78B94B6F7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8075612" y="2236169"/>
            <a:ext cx="4116388" cy="4621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8080529" y="2236169"/>
            <a:ext cx="3524096" cy="1214142"/>
          </a:xfrm>
        </p:spPr>
        <p:txBody>
          <a:bodyPr wrap="square" lIns="216000" tIns="21600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1313707"/>
            <a:ext cx="11012974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8080529" y="3460243"/>
            <a:ext cx="3524096" cy="2824670"/>
          </a:xfrm>
        </p:spPr>
        <p:txBody>
          <a:bodyPr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66D05320-99B2-9216-B2B5-BF36B0DDA1A5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591651" y="2157571"/>
            <a:ext cx="7272337" cy="4127342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91577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Chart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E36220A-2B47-8207-80E3-ED9AEF28C6D1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2236169"/>
            <a:ext cx="4116388" cy="46218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2236169"/>
            <a:ext cx="3524096" cy="1214142"/>
          </a:xfrm>
        </p:spPr>
        <p:txBody>
          <a:bodyPr wrap="square" lIns="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1313707"/>
            <a:ext cx="11012974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591650" y="3460243"/>
            <a:ext cx="3524096" cy="282467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66D05320-99B2-9216-B2B5-BF36B0DDA1A5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4332288" y="2157571"/>
            <a:ext cx="7272337" cy="4127342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9573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Chart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E36220A-2B47-8207-80E3-ED9AEF28C6D1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8075612" y="2236169"/>
            <a:ext cx="4116388" cy="46218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8080529" y="2236169"/>
            <a:ext cx="3524096" cy="1214142"/>
          </a:xfrm>
        </p:spPr>
        <p:txBody>
          <a:bodyPr wrap="square" lIns="216000" tIns="21600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1313707"/>
            <a:ext cx="11012974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8080529" y="3460243"/>
            <a:ext cx="3524096" cy="2824670"/>
          </a:xfrm>
        </p:spPr>
        <p:txBody>
          <a:bodyPr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66D05320-99B2-9216-B2B5-BF36B0DDA1A5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591651" y="2157571"/>
            <a:ext cx="7272337" cy="4127342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36087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BB3D486-5A7A-B6E6-4CB8-E79CAD13705A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6D0B66B6-05C1-C118-A185-F71B19D9D728}"/>
              </a:ext>
            </a:extLst>
          </p:cNvPr>
          <p:cNvSpPr/>
          <p:nvPr userDrawn="1"/>
        </p:nvSpPr>
        <p:spPr>
          <a:xfrm>
            <a:off x="8097681" y="2805865"/>
            <a:ext cx="2804013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C51A8FEF-D06C-0A75-D126-5710089E484C}"/>
              </a:ext>
            </a:extLst>
          </p:cNvPr>
          <p:cNvSpPr/>
          <p:nvPr userDrawn="1"/>
        </p:nvSpPr>
        <p:spPr>
          <a:xfrm>
            <a:off x="4352769" y="2805865"/>
            <a:ext cx="2804013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 1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591649" y="3901893"/>
            <a:ext cx="3524738" cy="797311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>
            <p:ph type="body" idx="28"/>
            <p:custDataLst>
              <p:tags r:id="rId4"/>
            </p:custDataLst>
          </p:nvPr>
        </p:nvSpPr>
        <p:spPr>
          <a:xfrm>
            <a:off x="591649" y="4708872"/>
            <a:ext cx="3524738" cy="1578175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 2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5"/>
            </p:custDataLst>
          </p:nvPr>
        </p:nvSpPr>
        <p:spPr>
          <a:xfrm>
            <a:off x="4352769" y="3901893"/>
            <a:ext cx="3506944" cy="7992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>
            <p:ph type="body" idx="37"/>
            <p:custDataLst>
              <p:tags r:id="rId6"/>
            </p:custDataLst>
          </p:nvPr>
        </p:nvSpPr>
        <p:spPr>
          <a:xfrm>
            <a:off x="4352769" y="4708872"/>
            <a:ext cx="3506944" cy="1576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 3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7"/>
            </p:custDataLst>
          </p:nvPr>
        </p:nvSpPr>
        <p:spPr>
          <a:xfrm>
            <a:off x="8097681" y="3901893"/>
            <a:ext cx="3506944" cy="799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>
            <p:ph type="body" idx="41"/>
            <p:custDataLst>
              <p:tags r:id="rId8"/>
            </p:custDataLst>
          </p:nvPr>
        </p:nvSpPr>
        <p:spPr>
          <a:xfrm>
            <a:off x="8097681" y="4708872"/>
            <a:ext cx="3506944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F2F78907-9AB5-D108-C994-7C801A9AACCC}"/>
              </a:ext>
            </a:extLst>
          </p:cNvPr>
          <p:cNvCxnSpPr>
            <a:cxnSpLocks/>
          </p:cNvCxnSpPr>
          <p:nvPr userDrawn="1"/>
        </p:nvCxnSpPr>
        <p:spPr>
          <a:xfrm>
            <a:off x="708568" y="3243265"/>
            <a:ext cx="10896057" cy="0"/>
          </a:xfrm>
          <a:prstGeom prst="line">
            <a:avLst/>
          </a:prstGeom>
          <a:ln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Arrow: Pentagon 24">
            <a:extLst>
              <a:ext uri="{FF2B5EF4-FFF2-40B4-BE49-F238E27FC236}">
                <a16:creationId xmlns:a16="http://schemas.microsoft.com/office/drawing/2014/main" id="{083ABD58-9311-5E0A-E133-45FB6D7FE59D}"/>
              </a:ext>
            </a:extLst>
          </p:cNvPr>
          <p:cNvSpPr/>
          <p:nvPr userDrawn="1"/>
        </p:nvSpPr>
        <p:spPr>
          <a:xfrm>
            <a:off x="591649" y="2805865"/>
            <a:ext cx="2804013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Milestone Placeholder 1">
            <a:extLst>
              <a:ext uri="{FF2B5EF4-FFF2-40B4-BE49-F238E27FC236}">
                <a16:creationId xmlns:a16="http://schemas.microsoft.com/office/drawing/2014/main" id="{4B86109D-16EA-BCC3-48F8-E061FFA431FB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9"/>
            </p:custDataLst>
          </p:nvPr>
        </p:nvSpPr>
        <p:spPr>
          <a:xfrm>
            <a:off x="591649" y="2805471"/>
            <a:ext cx="2804400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" name="Milestone Placeholder 2">
            <a:extLst>
              <a:ext uri="{FF2B5EF4-FFF2-40B4-BE49-F238E27FC236}">
                <a16:creationId xmlns:a16="http://schemas.microsoft.com/office/drawing/2014/main" id="{0A475C85-C51B-AE71-78B9-FE6B6862A7D6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10"/>
            </p:custDataLst>
          </p:nvPr>
        </p:nvSpPr>
        <p:spPr>
          <a:xfrm>
            <a:off x="4352769" y="2805865"/>
            <a:ext cx="2804400" cy="874800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Milestone Placeholder 3">
            <a:extLst>
              <a:ext uri="{FF2B5EF4-FFF2-40B4-BE49-F238E27FC236}">
                <a16:creationId xmlns:a16="http://schemas.microsoft.com/office/drawing/2014/main" id="{9ED3C798-64D1-1AC4-5CD3-D4748C989071}"/>
              </a:ext>
            </a:extLst>
          </p:cNvPr>
          <p:cNvSpPr>
            <a:spLocks noGrp="1"/>
          </p:cNvSpPr>
          <p:nvPr>
            <p:ph type="body" idx="44" hasCustomPrompt="1"/>
            <p:custDataLst>
              <p:tags r:id="rId11"/>
            </p:custDataLst>
          </p:nvPr>
        </p:nvSpPr>
        <p:spPr>
          <a:xfrm>
            <a:off x="8097681" y="2805865"/>
            <a:ext cx="2804400" cy="874800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8624361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E1882EC-4C61-D53A-2DF1-C2C530AC6C13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 1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591649" y="3901893"/>
            <a:ext cx="2588114" cy="797311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>
            <p:ph type="body" idx="28"/>
            <p:custDataLst>
              <p:tags r:id="rId4"/>
            </p:custDataLst>
          </p:nvPr>
        </p:nvSpPr>
        <p:spPr>
          <a:xfrm>
            <a:off x="591649" y="4708872"/>
            <a:ext cx="2588114" cy="1578175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 2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5"/>
            </p:custDataLst>
          </p:nvPr>
        </p:nvSpPr>
        <p:spPr>
          <a:xfrm>
            <a:off x="3395663" y="3901893"/>
            <a:ext cx="2588114" cy="7992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>
            <p:ph type="body" idx="37"/>
            <p:custDataLst>
              <p:tags r:id="rId6"/>
            </p:custDataLst>
          </p:nvPr>
        </p:nvSpPr>
        <p:spPr>
          <a:xfrm>
            <a:off x="3395663" y="4708872"/>
            <a:ext cx="2588114" cy="1576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 3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7"/>
            </p:custDataLst>
          </p:nvPr>
        </p:nvSpPr>
        <p:spPr>
          <a:xfrm>
            <a:off x="6208225" y="3901893"/>
            <a:ext cx="2588113" cy="799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>
            <p:ph type="body" idx="41"/>
            <p:custDataLst>
              <p:tags r:id="rId8"/>
            </p:custDataLst>
          </p:nvPr>
        </p:nvSpPr>
        <p:spPr>
          <a:xfrm>
            <a:off x="6208225" y="4708872"/>
            <a:ext cx="2588113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F2F78907-9AB5-D108-C994-7C801A9AACCC}"/>
              </a:ext>
            </a:extLst>
          </p:cNvPr>
          <p:cNvCxnSpPr>
            <a:cxnSpLocks/>
          </p:cNvCxnSpPr>
          <p:nvPr userDrawn="1"/>
        </p:nvCxnSpPr>
        <p:spPr>
          <a:xfrm>
            <a:off x="708568" y="3243659"/>
            <a:ext cx="11236505" cy="0"/>
          </a:xfrm>
          <a:prstGeom prst="line">
            <a:avLst/>
          </a:prstGeom>
          <a:ln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ubtitle Placeholder 4">
            <a:extLst>
              <a:ext uri="{FF2B5EF4-FFF2-40B4-BE49-F238E27FC236}">
                <a16:creationId xmlns:a16="http://schemas.microsoft.com/office/drawing/2014/main" id="{D93FE7CA-7C48-3B4E-5868-2DA68DC36D48}"/>
              </a:ext>
            </a:extLst>
          </p:cNvPr>
          <p:cNvSpPr>
            <a:spLocks noGrp="1"/>
          </p:cNvSpPr>
          <p:nvPr>
            <p:ph type="body" idx="45" hasCustomPrompt="1"/>
            <p:custDataLst>
              <p:tags r:id="rId9"/>
            </p:custDataLst>
          </p:nvPr>
        </p:nvSpPr>
        <p:spPr>
          <a:xfrm>
            <a:off x="9012237" y="3901893"/>
            <a:ext cx="2588113" cy="799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88A2745C-C681-FBB1-EDF5-0B4009BBA5C3}"/>
              </a:ext>
            </a:extLst>
          </p:cNvPr>
          <p:cNvSpPr>
            <a:spLocks noGrp="1"/>
          </p:cNvSpPr>
          <p:nvPr>
            <p:ph type="body" idx="46"/>
            <p:custDataLst>
              <p:tags r:id="rId10"/>
            </p:custDataLst>
          </p:nvPr>
        </p:nvSpPr>
        <p:spPr>
          <a:xfrm>
            <a:off x="9012237" y="4708872"/>
            <a:ext cx="2588113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BE4E8829-0031-5716-BC81-D3952FE30DB4}"/>
              </a:ext>
            </a:extLst>
          </p:cNvPr>
          <p:cNvSpPr/>
          <p:nvPr userDrawn="1"/>
        </p:nvSpPr>
        <p:spPr>
          <a:xfrm>
            <a:off x="591649" y="2806259"/>
            <a:ext cx="2583482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Milestone Placeholder 1">
            <a:extLst>
              <a:ext uri="{FF2B5EF4-FFF2-40B4-BE49-F238E27FC236}">
                <a16:creationId xmlns:a16="http://schemas.microsoft.com/office/drawing/2014/main" id="{08B428FB-6482-9C5A-35C7-01BD09EB6F49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11"/>
            </p:custDataLst>
          </p:nvPr>
        </p:nvSpPr>
        <p:spPr>
          <a:xfrm>
            <a:off x="591649" y="2805865"/>
            <a:ext cx="2583839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F88D9286-05CE-FD15-5C51-08AF5AB76E54}"/>
              </a:ext>
            </a:extLst>
          </p:cNvPr>
          <p:cNvSpPr/>
          <p:nvPr userDrawn="1"/>
        </p:nvSpPr>
        <p:spPr>
          <a:xfrm>
            <a:off x="3395663" y="2806259"/>
            <a:ext cx="2583482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Milestone Placeholder 2">
            <a:extLst>
              <a:ext uri="{FF2B5EF4-FFF2-40B4-BE49-F238E27FC236}">
                <a16:creationId xmlns:a16="http://schemas.microsoft.com/office/drawing/2014/main" id="{8E6D622D-C0BB-A2E5-3D5D-5C16D78C05D2}"/>
              </a:ext>
            </a:extLst>
          </p:cNvPr>
          <p:cNvSpPr>
            <a:spLocks noGrp="1"/>
          </p:cNvSpPr>
          <p:nvPr>
            <p:ph type="body" idx="47" hasCustomPrompt="1"/>
            <p:custDataLst>
              <p:tags r:id="rId12"/>
            </p:custDataLst>
          </p:nvPr>
        </p:nvSpPr>
        <p:spPr>
          <a:xfrm>
            <a:off x="3395663" y="2805865"/>
            <a:ext cx="2583839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99C54EA3-73B0-F1F9-EE54-4A4A6C12D778}"/>
              </a:ext>
            </a:extLst>
          </p:cNvPr>
          <p:cNvSpPr/>
          <p:nvPr userDrawn="1"/>
        </p:nvSpPr>
        <p:spPr>
          <a:xfrm>
            <a:off x="6208225" y="2806259"/>
            <a:ext cx="2583482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Milestone Placeholder 3">
            <a:extLst>
              <a:ext uri="{FF2B5EF4-FFF2-40B4-BE49-F238E27FC236}">
                <a16:creationId xmlns:a16="http://schemas.microsoft.com/office/drawing/2014/main" id="{A6088B3A-B7C4-E400-13A1-30A990CA0320}"/>
              </a:ext>
            </a:extLst>
          </p:cNvPr>
          <p:cNvSpPr>
            <a:spLocks noGrp="1"/>
          </p:cNvSpPr>
          <p:nvPr>
            <p:ph type="body" idx="48" hasCustomPrompt="1"/>
            <p:custDataLst>
              <p:tags r:id="rId13"/>
            </p:custDataLst>
          </p:nvPr>
        </p:nvSpPr>
        <p:spPr>
          <a:xfrm>
            <a:off x="6208225" y="2805865"/>
            <a:ext cx="2583839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1" name="Arrow: Pentagon 30">
            <a:extLst>
              <a:ext uri="{FF2B5EF4-FFF2-40B4-BE49-F238E27FC236}">
                <a16:creationId xmlns:a16="http://schemas.microsoft.com/office/drawing/2014/main" id="{D218F089-FAE1-871B-8094-397B6497E91D}"/>
              </a:ext>
            </a:extLst>
          </p:cNvPr>
          <p:cNvSpPr/>
          <p:nvPr userDrawn="1"/>
        </p:nvSpPr>
        <p:spPr>
          <a:xfrm>
            <a:off x="9012237" y="2806259"/>
            <a:ext cx="2583482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Milestone Placeholder 4">
            <a:extLst>
              <a:ext uri="{FF2B5EF4-FFF2-40B4-BE49-F238E27FC236}">
                <a16:creationId xmlns:a16="http://schemas.microsoft.com/office/drawing/2014/main" id="{38BCB0D6-F854-4F6C-15ED-092810FEB250}"/>
              </a:ext>
            </a:extLst>
          </p:cNvPr>
          <p:cNvSpPr>
            <a:spLocks noGrp="1"/>
          </p:cNvSpPr>
          <p:nvPr>
            <p:ph type="body" idx="49" hasCustomPrompt="1"/>
            <p:custDataLst>
              <p:tags r:id="rId14"/>
            </p:custDataLst>
          </p:nvPr>
        </p:nvSpPr>
        <p:spPr>
          <a:xfrm>
            <a:off x="9012237" y="2805865"/>
            <a:ext cx="2583839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9584790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48CA2F4-DDDA-B0A1-31F2-47C4968E0547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 1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591649" y="3336045"/>
            <a:ext cx="2016000" cy="1105200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>
            <p:ph type="body" idx="28"/>
            <p:custDataLst>
              <p:tags r:id="rId4"/>
            </p:custDataLst>
          </p:nvPr>
        </p:nvSpPr>
        <p:spPr>
          <a:xfrm>
            <a:off x="591649" y="4456871"/>
            <a:ext cx="2016000" cy="1828800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 2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5"/>
            </p:custDataLst>
          </p:nvPr>
        </p:nvSpPr>
        <p:spPr>
          <a:xfrm>
            <a:off x="2840078" y="3336045"/>
            <a:ext cx="2016000" cy="11052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>
            <p:ph type="body" idx="37"/>
            <p:custDataLst>
              <p:tags r:id="rId6"/>
            </p:custDataLst>
          </p:nvPr>
        </p:nvSpPr>
        <p:spPr>
          <a:xfrm>
            <a:off x="2840078" y="4456872"/>
            <a:ext cx="2016000" cy="182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 3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7"/>
            </p:custDataLst>
          </p:nvPr>
        </p:nvSpPr>
        <p:spPr>
          <a:xfrm>
            <a:off x="5106123" y="3336045"/>
            <a:ext cx="2016000" cy="1105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>
            <p:ph type="body" idx="41"/>
            <p:custDataLst>
              <p:tags r:id="rId8"/>
            </p:custDataLst>
          </p:nvPr>
        </p:nvSpPr>
        <p:spPr>
          <a:xfrm>
            <a:off x="5106123" y="4456872"/>
            <a:ext cx="2016000" cy="182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F2F78907-9AB5-D108-C994-7C801A9AACCC}"/>
              </a:ext>
            </a:extLst>
          </p:cNvPr>
          <p:cNvCxnSpPr>
            <a:cxnSpLocks/>
          </p:cNvCxnSpPr>
          <p:nvPr userDrawn="1"/>
        </p:nvCxnSpPr>
        <p:spPr>
          <a:xfrm>
            <a:off x="708568" y="2672625"/>
            <a:ext cx="11236505" cy="0"/>
          </a:xfrm>
          <a:prstGeom prst="line">
            <a:avLst/>
          </a:prstGeom>
          <a:ln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ubtitle Placeholder 4">
            <a:extLst>
              <a:ext uri="{FF2B5EF4-FFF2-40B4-BE49-F238E27FC236}">
                <a16:creationId xmlns:a16="http://schemas.microsoft.com/office/drawing/2014/main" id="{D93FE7CA-7C48-3B4E-5868-2DA68DC36D48}"/>
              </a:ext>
            </a:extLst>
          </p:cNvPr>
          <p:cNvSpPr>
            <a:spLocks noGrp="1"/>
          </p:cNvSpPr>
          <p:nvPr>
            <p:ph type="body" idx="45" hasCustomPrompt="1"/>
            <p:custDataLst>
              <p:tags r:id="rId9"/>
            </p:custDataLst>
          </p:nvPr>
        </p:nvSpPr>
        <p:spPr>
          <a:xfrm>
            <a:off x="7335924" y="3336045"/>
            <a:ext cx="2016000" cy="1105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88A2745C-C681-FBB1-EDF5-0B4009BBA5C3}"/>
              </a:ext>
            </a:extLst>
          </p:cNvPr>
          <p:cNvSpPr>
            <a:spLocks noGrp="1"/>
          </p:cNvSpPr>
          <p:nvPr>
            <p:ph type="body" idx="46"/>
            <p:custDataLst>
              <p:tags r:id="rId10"/>
            </p:custDataLst>
          </p:nvPr>
        </p:nvSpPr>
        <p:spPr>
          <a:xfrm>
            <a:off x="7335924" y="4456872"/>
            <a:ext cx="2016000" cy="182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Subtitle Placeholder 5">
            <a:extLst>
              <a:ext uri="{FF2B5EF4-FFF2-40B4-BE49-F238E27FC236}">
                <a16:creationId xmlns:a16="http://schemas.microsoft.com/office/drawing/2014/main" id="{B3770C39-5AAB-6801-1466-9BA8B4150BD4}"/>
              </a:ext>
            </a:extLst>
          </p:cNvPr>
          <p:cNvSpPr>
            <a:spLocks noGrp="1"/>
          </p:cNvSpPr>
          <p:nvPr>
            <p:ph type="body" idx="48" hasCustomPrompt="1"/>
            <p:custDataLst>
              <p:tags r:id="rId11"/>
            </p:custDataLst>
          </p:nvPr>
        </p:nvSpPr>
        <p:spPr>
          <a:xfrm>
            <a:off x="9588625" y="3336045"/>
            <a:ext cx="2016000" cy="1105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D0701F28-E7C8-7459-9DEF-0563975DDE97}"/>
              </a:ext>
            </a:extLst>
          </p:cNvPr>
          <p:cNvSpPr>
            <a:spLocks noGrp="1"/>
          </p:cNvSpPr>
          <p:nvPr>
            <p:ph type="body" idx="49"/>
            <p:custDataLst>
              <p:tags r:id="rId12"/>
            </p:custDataLst>
          </p:nvPr>
        </p:nvSpPr>
        <p:spPr>
          <a:xfrm>
            <a:off x="9588625" y="4456872"/>
            <a:ext cx="2016000" cy="182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7B60F9F9-E27B-3EA1-23AC-A5C0F17EEAA8}"/>
              </a:ext>
            </a:extLst>
          </p:cNvPr>
          <p:cNvSpPr/>
          <p:nvPr userDrawn="1"/>
        </p:nvSpPr>
        <p:spPr>
          <a:xfrm>
            <a:off x="591649" y="2235225"/>
            <a:ext cx="2016000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Milestone Placeholder 1">
            <a:extLst>
              <a:ext uri="{FF2B5EF4-FFF2-40B4-BE49-F238E27FC236}">
                <a16:creationId xmlns:a16="http://schemas.microsoft.com/office/drawing/2014/main" id="{051014AC-7F22-7641-1883-0D82EE224F63}"/>
              </a:ext>
            </a:extLst>
          </p:cNvPr>
          <p:cNvSpPr>
            <a:spLocks noGrp="1"/>
          </p:cNvSpPr>
          <p:nvPr>
            <p:ph type="body" idx="51" hasCustomPrompt="1"/>
            <p:custDataLst>
              <p:tags r:id="rId13"/>
            </p:custDataLst>
          </p:nvPr>
        </p:nvSpPr>
        <p:spPr>
          <a:xfrm>
            <a:off x="591650" y="2234831"/>
            <a:ext cx="2016000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90976540-AE30-88FC-8414-CA50A550F0B5}"/>
              </a:ext>
            </a:extLst>
          </p:cNvPr>
          <p:cNvSpPr/>
          <p:nvPr userDrawn="1"/>
        </p:nvSpPr>
        <p:spPr>
          <a:xfrm>
            <a:off x="2840078" y="2235225"/>
            <a:ext cx="2016000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Milestone Placeholder 2">
            <a:extLst>
              <a:ext uri="{FF2B5EF4-FFF2-40B4-BE49-F238E27FC236}">
                <a16:creationId xmlns:a16="http://schemas.microsoft.com/office/drawing/2014/main" id="{D12F69EA-6B22-526D-6903-7519716EED45}"/>
              </a:ext>
            </a:extLst>
          </p:cNvPr>
          <p:cNvSpPr>
            <a:spLocks noGrp="1"/>
          </p:cNvSpPr>
          <p:nvPr>
            <p:ph type="body" idx="52" hasCustomPrompt="1"/>
            <p:custDataLst>
              <p:tags r:id="rId14"/>
            </p:custDataLst>
          </p:nvPr>
        </p:nvSpPr>
        <p:spPr>
          <a:xfrm>
            <a:off x="2840078" y="2234831"/>
            <a:ext cx="2016000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1" name="Arrow: Pentagon 30">
            <a:extLst>
              <a:ext uri="{FF2B5EF4-FFF2-40B4-BE49-F238E27FC236}">
                <a16:creationId xmlns:a16="http://schemas.microsoft.com/office/drawing/2014/main" id="{C40EED84-8D5B-0E76-35BA-E655C130DC93}"/>
              </a:ext>
            </a:extLst>
          </p:cNvPr>
          <p:cNvSpPr/>
          <p:nvPr userDrawn="1"/>
        </p:nvSpPr>
        <p:spPr>
          <a:xfrm>
            <a:off x="5106123" y="2235225"/>
            <a:ext cx="2016000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Milestone Placeholder 3">
            <a:extLst>
              <a:ext uri="{FF2B5EF4-FFF2-40B4-BE49-F238E27FC236}">
                <a16:creationId xmlns:a16="http://schemas.microsoft.com/office/drawing/2014/main" id="{AC363315-4735-25D0-B483-7E4E8820CCA6}"/>
              </a:ext>
            </a:extLst>
          </p:cNvPr>
          <p:cNvSpPr>
            <a:spLocks noGrp="1"/>
          </p:cNvSpPr>
          <p:nvPr>
            <p:ph type="body" idx="53" hasCustomPrompt="1"/>
            <p:custDataLst>
              <p:tags r:id="rId15"/>
            </p:custDataLst>
          </p:nvPr>
        </p:nvSpPr>
        <p:spPr>
          <a:xfrm>
            <a:off x="5106123" y="2234831"/>
            <a:ext cx="2016000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Arrow: Pentagon 32">
            <a:extLst>
              <a:ext uri="{FF2B5EF4-FFF2-40B4-BE49-F238E27FC236}">
                <a16:creationId xmlns:a16="http://schemas.microsoft.com/office/drawing/2014/main" id="{B3AD1FA5-85F1-7CB4-66A2-94AF7F3A0412}"/>
              </a:ext>
            </a:extLst>
          </p:cNvPr>
          <p:cNvSpPr/>
          <p:nvPr userDrawn="1"/>
        </p:nvSpPr>
        <p:spPr>
          <a:xfrm>
            <a:off x="7335924" y="2235225"/>
            <a:ext cx="2016000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Milestone Placeholder 4">
            <a:extLst>
              <a:ext uri="{FF2B5EF4-FFF2-40B4-BE49-F238E27FC236}">
                <a16:creationId xmlns:a16="http://schemas.microsoft.com/office/drawing/2014/main" id="{E7D75203-5C9F-C24D-F3D6-599AB108A86A}"/>
              </a:ext>
            </a:extLst>
          </p:cNvPr>
          <p:cNvSpPr>
            <a:spLocks noGrp="1"/>
          </p:cNvSpPr>
          <p:nvPr>
            <p:ph type="body" idx="54" hasCustomPrompt="1"/>
            <p:custDataLst>
              <p:tags r:id="rId16"/>
            </p:custDataLst>
          </p:nvPr>
        </p:nvSpPr>
        <p:spPr>
          <a:xfrm>
            <a:off x="7335924" y="2234831"/>
            <a:ext cx="2016000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5" name="Arrow: Pentagon 34">
            <a:extLst>
              <a:ext uri="{FF2B5EF4-FFF2-40B4-BE49-F238E27FC236}">
                <a16:creationId xmlns:a16="http://schemas.microsoft.com/office/drawing/2014/main" id="{8FE1E665-37B3-56D4-E2D8-AEB6C3790D5D}"/>
              </a:ext>
            </a:extLst>
          </p:cNvPr>
          <p:cNvSpPr/>
          <p:nvPr userDrawn="1"/>
        </p:nvSpPr>
        <p:spPr>
          <a:xfrm>
            <a:off x="9588625" y="2235225"/>
            <a:ext cx="2016000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Milestone Placeholder 5">
            <a:extLst>
              <a:ext uri="{FF2B5EF4-FFF2-40B4-BE49-F238E27FC236}">
                <a16:creationId xmlns:a16="http://schemas.microsoft.com/office/drawing/2014/main" id="{395DA238-AC4E-8BD1-F718-EF32E5336A14}"/>
              </a:ext>
            </a:extLst>
          </p:cNvPr>
          <p:cNvSpPr>
            <a:spLocks noGrp="1"/>
          </p:cNvSpPr>
          <p:nvPr>
            <p:ph type="body" idx="55" hasCustomPrompt="1"/>
            <p:custDataLst>
              <p:tags r:id="rId17"/>
            </p:custDataLst>
          </p:nvPr>
        </p:nvSpPr>
        <p:spPr>
          <a:xfrm>
            <a:off x="9588625" y="2234831"/>
            <a:ext cx="2016000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91111859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4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D74310-20BA-EC1E-5B61-14E9FFB3FB15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F2F78907-9AB5-D108-C994-7C801A9AACCC}"/>
              </a:ext>
            </a:extLst>
          </p:cNvPr>
          <p:cNvCxnSpPr>
            <a:cxnSpLocks/>
          </p:cNvCxnSpPr>
          <p:nvPr userDrawn="1"/>
        </p:nvCxnSpPr>
        <p:spPr>
          <a:xfrm>
            <a:off x="708568" y="2809632"/>
            <a:ext cx="11236505" cy="0"/>
          </a:xfrm>
          <a:prstGeom prst="line">
            <a:avLst/>
          </a:prstGeom>
          <a:ln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Arrow: Pentagon 53">
            <a:extLst>
              <a:ext uri="{FF2B5EF4-FFF2-40B4-BE49-F238E27FC236}">
                <a16:creationId xmlns:a16="http://schemas.microsoft.com/office/drawing/2014/main" id="{8C291B19-9C59-7A5E-6181-3B531E0F57C3}"/>
              </a:ext>
            </a:extLst>
          </p:cNvPr>
          <p:cNvSpPr/>
          <p:nvPr userDrawn="1"/>
        </p:nvSpPr>
        <p:spPr>
          <a:xfrm>
            <a:off x="587374" y="2372626"/>
            <a:ext cx="1659600" cy="874800"/>
          </a:xfrm>
          <a:prstGeom prst="homePlate">
            <a:avLst>
              <a:gd name="adj" fmla="val 1692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C92B260A-E024-5FCF-2E6A-F3FF10A19CD1}"/>
              </a:ext>
            </a:extLst>
          </p:cNvPr>
          <p:cNvSpPr/>
          <p:nvPr userDrawn="1"/>
        </p:nvSpPr>
        <p:spPr>
          <a:xfrm>
            <a:off x="2458904" y="2372626"/>
            <a:ext cx="1659600" cy="874800"/>
          </a:xfrm>
          <a:prstGeom prst="homePlate">
            <a:avLst>
              <a:gd name="adj" fmla="val 1692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FD21F401-CD7E-C03D-5A75-DF617757E7B8}"/>
              </a:ext>
            </a:extLst>
          </p:cNvPr>
          <p:cNvSpPr/>
          <p:nvPr userDrawn="1"/>
        </p:nvSpPr>
        <p:spPr>
          <a:xfrm>
            <a:off x="4330434" y="2372626"/>
            <a:ext cx="1659600" cy="874800"/>
          </a:xfrm>
          <a:prstGeom prst="homePlate">
            <a:avLst>
              <a:gd name="adj" fmla="val 1692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258EF337-E698-C1FA-B8B5-5F71005D3F26}"/>
              </a:ext>
            </a:extLst>
          </p:cNvPr>
          <p:cNvSpPr/>
          <p:nvPr userDrawn="1"/>
        </p:nvSpPr>
        <p:spPr>
          <a:xfrm>
            <a:off x="6201964" y="2372626"/>
            <a:ext cx="1659600" cy="874800"/>
          </a:xfrm>
          <a:prstGeom prst="homePlate">
            <a:avLst>
              <a:gd name="adj" fmla="val 1692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D1A30095-CCC5-3BB3-BF43-263DE41025E0}"/>
              </a:ext>
            </a:extLst>
          </p:cNvPr>
          <p:cNvSpPr/>
          <p:nvPr userDrawn="1"/>
        </p:nvSpPr>
        <p:spPr>
          <a:xfrm>
            <a:off x="8073494" y="2372626"/>
            <a:ext cx="1659600" cy="874800"/>
          </a:xfrm>
          <a:prstGeom prst="homePlate">
            <a:avLst>
              <a:gd name="adj" fmla="val 1692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2491B3F1-9639-DDDF-3D2F-04BBCA705939}"/>
              </a:ext>
            </a:extLst>
          </p:cNvPr>
          <p:cNvSpPr/>
          <p:nvPr userDrawn="1"/>
        </p:nvSpPr>
        <p:spPr>
          <a:xfrm>
            <a:off x="9945024" y="2372626"/>
            <a:ext cx="1659600" cy="874800"/>
          </a:xfrm>
          <a:prstGeom prst="homePlate">
            <a:avLst>
              <a:gd name="adj" fmla="val 1692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3" name="Milestone Placeholder 1">
            <a:extLst>
              <a:ext uri="{FF2B5EF4-FFF2-40B4-BE49-F238E27FC236}">
                <a16:creationId xmlns:a16="http://schemas.microsoft.com/office/drawing/2014/main" id="{5247F7ED-968C-3DB8-DDE1-A95E6259418A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3"/>
            </p:custDataLst>
          </p:nvPr>
        </p:nvSpPr>
        <p:spPr>
          <a:xfrm>
            <a:off x="587374" y="2371838"/>
            <a:ext cx="1659600" cy="875588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Milestone Placeholder 2">
            <a:extLst>
              <a:ext uri="{FF2B5EF4-FFF2-40B4-BE49-F238E27FC236}">
                <a16:creationId xmlns:a16="http://schemas.microsoft.com/office/drawing/2014/main" id="{B9AFFAFA-69AF-55F2-8E32-B03C8F3C3129}"/>
              </a:ext>
            </a:extLst>
          </p:cNvPr>
          <p:cNvSpPr>
            <a:spLocks noGrp="1"/>
          </p:cNvSpPr>
          <p:nvPr>
            <p:ph type="body" idx="48" hasCustomPrompt="1"/>
            <p:custDataLst>
              <p:tags r:id="rId4"/>
            </p:custDataLst>
          </p:nvPr>
        </p:nvSpPr>
        <p:spPr>
          <a:xfrm>
            <a:off x="2458904" y="2371838"/>
            <a:ext cx="1659600" cy="875588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5" name="Milestone Placeholder 3">
            <a:extLst>
              <a:ext uri="{FF2B5EF4-FFF2-40B4-BE49-F238E27FC236}">
                <a16:creationId xmlns:a16="http://schemas.microsoft.com/office/drawing/2014/main" id="{7AA1281F-F625-B89B-41FB-756D58ADAB82}"/>
              </a:ext>
            </a:extLst>
          </p:cNvPr>
          <p:cNvSpPr>
            <a:spLocks noGrp="1"/>
          </p:cNvSpPr>
          <p:nvPr>
            <p:ph type="body" idx="49" hasCustomPrompt="1"/>
            <p:custDataLst>
              <p:tags r:id="rId5"/>
            </p:custDataLst>
          </p:nvPr>
        </p:nvSpPr>
        <p:spPr>
          <a:xfrm>
            <a:off x="4330434" y="2371838"/>
            <a:ext cx="1659600" cy="875588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6" name="Milestone Placeholder 4">
            <a:extLst>
              <a:ext uri="{FF2B5EF4-FFF2-40B4-BE49-F238E27FC236}">
                <a16:creationId xmlns:a16="http://schemas.microsoft.com/office/drawing/2014/main" id="{41BAA233-2BA8-F90B-6629-D482A2C7C285}"/>
              </a:ext>
            </a:extLst>
          </p:cNvPr>
          <p:cNvSpPr>
            <a:spLocks noGrp="1"/>
          </p:cNvSpPr>
          <p:nvPr>
            <p:ph type="body" idx="50" hasCustomPrompt="1"/>
            <p:custDataLst>
              <p:tags r:id="rId6"/>
            </p:custDataLst>
          </p:nvPr>
        </p:nvSpPr>
        <p:spPr>
          <a:xfrm>
            <a:off x="6201964" y="2371838"/>
            <a:ext cx="1659600" cy="875588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7" name="Milestone Placeholder 5">
            <a:extLst>
              <a:ext uri="{FF2B5EF4-FFF2-40B4-BE49-F238E27FC236}">
                <a16:creationId xmlns:a16="http://schemas.microsoft.com/office/drawing/2014/main" id="{838B671B-3D24-9969-1528-74D3B54B56EC}"/>
              </a:ext>
            </a:extLst>
          </p:cNvPr>
          <p:cNvSpPr>
            <a:spLocks noGrp="1"/>
          </p:cNvSpPr>
          <p:nvPr>
            <p:ph type="body" idx="51" hasCustomPrompt="1"/>
            <p:custDataLst>
              <p:tags r:id="rId7"/>
            </p:custDataLst>
          </p:nvPr>
        </p:nvSpPr>
        <p:spPr>
          <a:xfrm>
            <a:off x="8073494" y="2371838"/>
            <a:ext cx="1659600" cy="875588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0" name="Milestone Placeholder 6">
            <a:extLst>
              <a:ext uri="{FF2B5EF4-FFF2-40B4-BE49-F238E27FC236}">
                <a16:creationId xmlns:a16="http://schemas.microsoft.com/office/drawing/2014/main" id="{6E763B6F-4FD4-4C65-2A54-0D382031FCD1}"/>
              </a:ext>
            </a:extLst>
          </p:cNvPr>
          <p:cNvSpPr>
            <a:spLocks noGrp="1"/>
          </p:cNvSpPr>
          <p:nvPr>
            <p:ph type="body" idx="52" hasCustomPrompt="1"/>
            <p:custDataLst>
              <p:tags r:id="rId8"/>
            </p:custDataLst>
          </p:nvPr>
        </p:nvSpPr>
        <p:spPr>
          <a:xfrm>
            <a:off x="9945024" y="2371838"/>
            <a:ext cx="1659600" cy="875588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1" name="Text Placeholder 1">
            <a:extLst>
              <a:ext uri="{FF2B5EF4-FFF2-40B4-BE49-F238E27FC236}">
                <a16:creationId xmlns:a16="http://schemas.microsoft.com/office/drawing/2014/main" id="{8CE9BD46-77D6-4B24-9A8C-B50842FDEB91}"/>
              </a:ext>
            </a:extLst>
          </p:cNvPr>
          <p:cNvSpPr>
            <a:spLocks noGrp="1"/>
          </p:cNvSpPr>
          <p:nvPr>
            <p:ph type="body" idx="36"/>
            <p:custDataLst>
              <p:tags r:id="rId9"/>
            </p:custDataLst>
          </p:nvPr>
        </p:nvSpPr>
        <p:spPr>
          <a:xfrm>
            <a:off x="587374" y="4568627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Subtitle Placeholder 1">
            <a:extLst>
              <a:ext uri="{FF2B5EF4-FFF2-40B4-BE49-F238E27FC236}">
                <a16:creationId xmlns:a16="http://schemas.microsoft.com/office/drawing/2014/main" id="{71BA0F72-2603-FC1F-1D79-86C2B87BA510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10"/>
            </p:custDataLst>
          </p:nvPr>
        </p:nvSpPr>
        <p:spPr>
          <a:xfrm>
            <a:off x="58737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2116920B-34AC-D315-7398-7D1BDD0035A9}"/>
              </a:ext>
            </a:extLst>
          </p:cNvPr>
          <p:cNvSpPr>
            <a:spLocks noGrp="1"/>
          </p:cNvSpPr>
          <p:nvPr>
            <p:ph type="body" idx="53"/>
            <p:custDataLst>
              <p:tags r:id="rId11"/>
            </p:custDataLst>
          </p:nvPr>
        </p:nvSpPr>
        <p:spPr>
          <a:xfrm>
            <a:off x="245890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4" name="Subtitle Placeholder 2">
            <a:extLst>
              <a:ext uri="{FF2B5EF4-FFF2-40B4-BE49-F238E27FC236}">
                <a16:creationId xmlns:a16="http://schemas.microsoft.com/office/drawing/2014/main" id="{53B8E7B8-14B8-0C2D-EAFD-4632BC254FDB}"/>
              </a:ext>
            </a:extLst>
          </p:cNvPr>
          <p:cNvSpPr>
            <a:spLocks noGrp="1"/>
          </p:cNvSpPr>
          <p:nvPr>
            <p:ph type="body" idx="54" hasCustomPrompt="1"/>
            <p:custDataLst>
              <p:tags r:id="rId12"/>
            </p:custDataLst>
          </p:nvPr>
        </p:nvSpPr>
        <p:spPr>
          <a:xfrm>
            <a:off x="245890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BD55F3F7-C06A-6CE5-6FCA-39AAC2225AE5}"/>
              </a:ext>
            </a:extLst>
          </p:cNvPr>
          <p:cNvSpPr>
            <a:spLocks noGrp="1"/>
          </p:cNvSpPr>
          <p:nvPr>
            <p:ph type="body" idx="55"/>
            <p:custDataLst>
              <p:tags r:id="rId13"/>
            </p:custDataLst>
          </p:nvPr>
        </p:nvSpPr>
        <p:spPr>
          <a:xfrm>
            <a:off x="433043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6" name="Subtitle Placeholder 3">
            <a:extLst>
              <a:ext uri="{FF2B5EF4-FFF2-40B4-BE49-F238E27FC236}">
                <a16:creationId xmlns:a16="http://schemas.microsoft.com/office/drawing/2014/main" id="{CDE43EC7-3622-4D09-369E-10910A45814D}"/>
              </a:ext>
            </a:extLst>
          </p:cNvPr>
          <p:cNvSpPr>
            <a:spLocks noGrp="1"/>
          </p:cNvSpPr>
          <p:nvPr>
            <p:ph type="body" idx="56" hasCustomPrompt="1"/>
            <p:custDataLst>
              <p:tags r:id="rId14"/>
            </p:custDataLst>
          </p:nvPr>
        </p:nvSpPr>
        <p:spPr>
          <a:xfrm>
            <a:off x="433043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EE4A2D3A-3DB2-6407-286C-0A11E29A1CB4}"/>
              </a:ext>
            </a:extLst>
          </p:cNvPr>
          <p:cNvSpPr>
            <a:spLocks noGrp="1"/>
          </p:cNvSpPr>
          <p:nvPr>
            <p:ph type="body" idx="57"/>
            <p:custDataLst>
              <p:tags r:id="rId15"/>
            </p:custDataLst>
          </p:nvPr>
        </p:nvSpPr>
        <p:spPr>
          <a:xfrm>
            <a:off x="620196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8" name="Subtitle Placeholder 4">
            <a:extLst>
              <a:ext uri="{FF2B5EF4-FFF2-40B4-BE49-F238E27FC236}">
                <a16:creationId xmlns:a16="http://schemas.microsoft.com/office/drawing/2014/main" id="{8ADFC456-A305-D229-7570-2E1B8D70D6A8}"/>
              </a:ext>
            </a:extLst>
          </p:cNvPr>
          <p:cNvSpPr>
            <a:spLocks noGrp="1"/>
          </p:cNvSpPr>
          <p:nvPr>
            <p:ph type="body" idx="58" hasCustomPrompt="1"/>
            <p:custDataLst>
              <p:tags r:id="rId16"/>
            </p:custDataLst>
          </p:nvPr>
        </p:nvSpPr>
        <p:spPr>
          <a:xfrm>
            <a:off x="620196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BF353A31-9904-D537-87C2-A0D1CF6EB50C}"/>
              </a:ext>
            </a:extLst>
          </p:cNvPr>
          <p:cNvSpPr>
            <a:spLocks noGrp="1"/>
          </p:cNvSpPr>
          <p:nvPr>
            <p:ph type="body" idx="59"/>
            <p:custDataLst>
              <p:tags r:id="rId17"/>
            </p:custDataLst>
          </p:nvPr>
        </p:nvSpPr>
        <p:spPr>
          <a:xfrm>
            <a:off x="807349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50" name="Subtitle Placeholder 5">
            <a:extLst>
              <a:ext uri="{FF2B5EF4-FFF2-40B4-BE49-F238E27FC236}">
                <a16:creationId xmlns:a16="http://schemas.microsoft.com/office/drawing/2014/main" id="{3BF75091-53BB-8B28-15F1-832D7F7F3D82}"/>
              </a:ext>
            </a:extLst>
          </p:cNvPr>
          <p:cNvSpPr>
            <a:spLocks noGrp="1"/>
          </p:cNvSpPr>
          <p:nvPr>
            <p:ph type="body" idx="60" hasCustomPrompt="1"/>
            <p:custDataLst>
              <p:tags r:id="rId18"/>
            </p:custDataLst>
          </p:nvPr>
        </p:nvSpPr>
        <p:spPr>
          <a:xfrm>
            <a:off x="807349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51" name="Text Placeholder 6">
            <a:extLst>
              <a:ext uri="{FF2B5EF4-FFF2-40B4-BE49-F238E27FC236}">
                <a16:creationId xmlns:a16="http://schemas.microsoft.com/office/drawing/2014/main" id="{953516F6-D3E1-A125-1D93-DBE6161FAE29}"/>
              </a:ext>
            </a:extLst>
          </p:cNvPr>
          <p:cNvSpPr>
            <a:spLocks noGrp="1"/>
          </p:cNvSpPr>
          <p:nvPr>
            <p:ph type="body" idx="61"/>
            <p:custDataLst>
              <p:tags r:id="rId19"/>
            </p:custDataLst>
          </p:nvPr>
        </p:nvSpPr>
        <p:spPr>
          <a:xfrm>
            <a:off x="994502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52" name="Subtitle Placeholder 6">
            <a:extLst>
              <a:ext uri="{FF2B5EF4-FFF2-40B4-BE49-F238E27FC236}">
                <a16:creationId xmlns:a16="http://schemas.microsoft.com/office/drawing/2014/main" id="{9D832553-54E7-66EC-1BA3-DFB6D6C80A96}"/>
              </a:ext>
            </a:extLst>
          </p:cNvPr>
          <p:cNvSpPr>
            <a:spLocks noGrp="1"/>
          </p:cNvSpPr>
          <p:nvPr>
            <p:ph type="body" idx="62" hasCustomPrompt="1"/>
            <p:custDataLst>
              <p:tags r:id="rId20"/>
            </p:custDataLst>
          </p:nvPr>
        </p:nvSpPr>
        <p:spPr>
          <a:xfrm>
            <a:off x="994502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820378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4407EAB9-C914-C8E0-07DE-CC586ED168E9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9E0A6E2-94E4-5023-9DAB-83851A28247B}"/>
              </a:ext>
            </a:extLst>
          </p:cNvPr>
          <p:cNvSpPr/>
          <p:nvPr userDrawn="1"/>
        </p:nvSpPr>
        <p:spPr>
          <a:xfrm>
            <a:off x="4352769" y="2804621"/>
            <a:ext cx="3506944" cy="87558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583832DE-E5C6-1A79-82D7-083CECBFF5F0}"/>
              </a:ext>
            </a:extLst>
          </p:cNvPr>
          <p:cNvSpPr/>
          <p:nvPr userDrawn="1"/>
        </p:nvSpPr>
        <p:spPr>
          <a:xfrm rot="5400000">
            <a:off x="7519018" y="314226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9B559FE-F868-5779-6C3E-033E43A07A3A}"/>
              </a:ext>
            </a:extLst>
          </p:cNvPr>
          <p:cNvSpPr/>
          <p:nvPr userDrawn="1"/>
        </p:nvSpPr>
        <p:spPr>
          <a:xfrm>
            <a:off x="8075614" y="2804621"/>
            <a:ext cx="3529012" cy="87558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E6967777-B2F3-2EB3-094A-1A78B0997D51}"/>
              </a:ext>
            </a:extLst>
          </p:cNvPr>
          <p:cNvSpPr/>
          <p:nvPr userDrawn="1"/>
        </p:nvSpPr>
        <p:spPr>
          <a:xfrm rot="5400000">
            <a:off x="11263930" y="314226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BC3F7B2-19DC-8724-9EE6-90D903BFCE11}"/>
              </a:ext>
            </a:extLst>
          </p:cNvPr>
          <p:cNvSpPr/>
          <p:nvPr userDrawn="1"/>
        </p:nvSpPr>
        <p:spPr>
          <a:xfrm>
            <a:off x="591649" y="2804621"/>
            <a:ext cx="3524739" cy="87558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89C5167E-4384-6A94-852F-2CDB4F018DB2}"/>
              </a:ext>
            </a:extLst>
          </p:cNvPr>
          <p:cNvSpPr/>
          <p:nvPr userDrawn="1"/>
        </p:nvSpPr>
        <p:spPr>
          <a:xfrm rot="5400000">
            <a:off x="3775693" y="314226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 userDrawn="1"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 1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 userDrawn="1">
            <p:ph type="body" idx="27" hasCustomPrompt="1"/>
            <p:custDataLst>
              <p:tags r:id="rId3"/>
            </p:custDataLst>
          </p:nvPr>
        </p:nvSpPr>
        <p:spPr>
          <a:xfrm>
            <a:off x="591649" y="3901893"/>
            <a:ext cx="3524738" cy="797311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 userDrawn="1">
            <p:ph type="body" idx="28"/>
            <p:custDataLst>
              <p:tags r:id="rId4"/>
            </p:custDataLst>
          </p:nvPr>
        </p:nvSpPr>
        <p:spPr>
          <a:xfrm>
            <a:off x="591649" y="4708872"/>
            <a:ext cx="3524738" cy="1578175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 2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 userDrawn="1">
            <p:ph type="body" idx="36" hasCustomPrompt="1"/>
            <p:custDataLst>
              <p:tags r:id="rId5"/>
            </p:custDataLst>
          </p:nvPr>
        </p:nvSpPr>
        <p:spPr>
          <a:xfrm>
            <a:off x="4352769" y="3901893"/>
            <a:ext cx="3506944" cy="7992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 userDrawn="1">
            <p:ph type="body" idx="37"/>
            <p:custDataLst>
              <p:tags r:id="rId6"/>
            </p:custDataLst>
          </p:nvPr>
        </p:nvSpPr>
        <p:spPr>
          <a:xfrm>
            <a:off x="4352769" y="4708872"/>
            <a:ext cx="3506944" cy="1576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 3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 userDrawn="1">
            <p:ph type="body" idx="40" hasCustomPrompt="1"/>
            <p:custDataLst>
              <p:tags r:id="rId7"/>
            </p:custDataLst>
          </p:nvPr>
        </p:nvSpPr>
        <p:spPr>
          <a:xfrm>
            <a:off x="8097681" y="3901893"/>
            <a:ext cx="3506944" cy="799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 userDrawn="1">
            <p:ph type="body" idx="41"/>
            <p:custDataLst>
              <p:tags r:id="rId8"/>
            </p:custDataLst>
          </p:nvPr>
        </p:nvSpPr>
        <p:spPr>
          <a:xfrm>
            <a:off x="8097681" y="4708872"/>
            <a:ext cx="3506944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Milestone Placeholder 1">
            <a:extLst>
              <a:ext uri="{FF2B5EF4-FFF2-40B4-BE49-F238E27FC236}">
                <a16:creationId xmlns:a16="http://schemas.microsoft.com/office/drawing/2014/main" id="{4B86109D-16EA-BCC3-48F8-E061FFA431FB}"/>
              </a:ext>
            </a:extLst>
          </p:cNvPr>
          <p:cNvSpPr>
            <a:spLocks noGrp="1"/>
          </p:cNvSpPr>
          <p:nvPr userDrawn="1">
            <p:ph type="body" idx="42" hasCustomPrompt="1"/>
            <p:custDataLst>
              <p:tags r:id="rId9"/>
            </p:custDataLst>
          </p:nvPr>
        </p:nvSpPr>
        <p:spPr>
          <a:xfrm>
            <a:off x="591649" y="2804621"/>
            <a:ext cx="3219734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" name="Milestone Placeholder 2">
            <a:extLst>
              <a:ext uri="{FF2B5EF4-FFF2-40B4-BE49-F238E27FC236}">
                <a16:creationId xmlns:a16="http://schemas.microsoft.com/office/drawing/2014/main" id="{0A475C85-C51B-AE71-78B9-FE6B6862A7D6}"/>
              </a:ext>
            </a:extLst>
          </p:cNvPr>
          <p:cNvSpPr>
            <a:spLocks noGrp="1"/>
          </p:cNvSpPr>
          <p:nvPr userDrawn="1">
            <p:ph type="body" idx="43" hasCustomPrompt="1"/>
            <p:custDataLst>
              <p:tags r:id="rId10"/>
            </p:custDataLst>
          </p:nvPr>
        </p:nvSpPr>
        <p:spPr>
          <a:xfrm>
            <a:off x="4352768" y="2805015"/>
            <a:ext cx="3201939" cy="874800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Milestone Placeholder 3">
            <a:extLst>
              <a:ext uri="{FF2B5EF4-FFF2-40B4-BE49-F238E27FC236}">
                <a16:creationId xmlns:a16="http://schemas.microsoft.com/office/drawing/2014/main" id="{9ED3C798-64D1-1AC4-5CD3-D4748C989071}"/>
              </a:ext>
            </a:extLst>
          </p:cNvPr>
          <p:cNvSpPr>
            <a:spLocks noGrp="1"/>
          </p:cNvSpPr>
          <p:nvPr userDrawn="1">
            <p:ph type="body" idx="44" hasCustomPrompt="1"/>
            <p:custDataLst>
              <p:tags r:id="rId11"/>
            </p:custDataLst>
          </p:nvPr>
        </p:nvSpPr>
        <p:spPr>
          <a:xfrm>
            <a:off x="8097680" y="2805015"/>
            <a:ext cx="3201939" cy="874800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31" name="Straight Connector">
            <a:extLst>
              <a:ext uri="{FF2B5EF4-FFF2-40B4-BE49-F238E27FC236}">
                <a16:creationId xmlns:a16="http://schemas.microsoft.com/office/drawing/2014/main" id="{81418EF6-4E15-FCF0-D169-B347892E552B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3909672"/>
            <a:ext cx="0" cy="237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">
            <a:extLst>
              <a:ext uri="{FF2B5EF4-FFF2-40B4-BE49-F238E27FC236}">
                <a16:creationId xmlns:a16="http://schemas.microsoft.com/office/drawing/2014/main" id="{7C887D68-6F40-78A4-FD3B-096FED1A54B1}"/>
              </a:ext>
            </a:extLst>
          </p:cNvPr>
          <p:cNvCxnSpPr>
            <a:cxnSpLocks/>
          </p:cNvCxnSpPr>
          <p:nvPr userDrawn="1"/>
        </p:nvCxnSpPr>
        <p:spPr>
          <a:xfrm flipV="1">
            <a:off x="4243670" y="3909672"/>
            <a:ext cx="0" cy="237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33627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6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C3A608C-E42F-DB8F-AEBB-C0026E06E2CF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6661785-C7F6-A804-FCB7-6D3C45B80C54}"/>
              </a:ext>
            </a:extLst>
          </p:cNvPr>
          <p:cNvSpPr/>
          <p:nvPr userDrawn="1"/>
        </p:nvSpPr>
        <p:spPr>
          <a:xfrm>
            <a:off x="587375" y="2801425"/>
            <a:ext cx="2592388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C6AF7F01-1313-A1CC-5A13-6B2B5531CD6F}"/>
              </a:ext>
            </a:extLst>
          </p:cNvPr>
          <p:cNvSpPr/>
          <p:nvPr userDrawn="1"/>
        </p:nvSpPr>
        <p:spPr>
          <a:xfrm rot="5400000">
            <a:off x="2839068" y="313867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9A333F5-5377-ADF5-0D76-6555CEA802A7}"/>
              </a:ext>
            </a:extLst>
          </p:cNvPr>
          <p:cNvSpPr/>
          <p:nvPr userDrawn="1"/>
        </p:nvSpPr>
        <p:spPr>
          <a:xfrm>
            <a:off x="3391389" y="2801425"/>
            <a:ext cx="2592388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0314BF19-7EFE-2A99-A1D2-E22605DBCA55}"/>
              </a:ext>
            </a:extLst>
          </p:cNvPr>
          <p:cNvSpPr/>
          <p:nvPr userDrawn="1"/>
        </p:nvSpPr>
        <p:spPr>
          <a:xfrm rot="5400000">
            <a:off x="5643082" y="313867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E87863C-9E47-F875-ED22-2AEB67B304E2}"/>
              </a:ext>
            </a:extLst>
          </p:cNvPr>
          <p:cNvSpPr/>
          <p:nvPr userDrawn="1"/>
        </p:nvSpPr>
        <p:spPr>
          <a:xfrm>
            <a:off x="6203950" y="2801425"/>
            <a:ext cx="2592388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A04420FD-83B4-CE8E-19B9-F7C6C38DDD3F}"/>
              </a:ext>
            </a:extLst>
          </p:cNvPr>
          <p:cNvSpPr/>
          <p:nvPr userDrawn="1"/>
        </p:nvSpPr>
        <p:spPr>
          <a:xfrm rot="5400000">
            <a:off x="8455643" y="313867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987DC4D-C07C-9B1C-CB0C-6F54AC19F575}"/>
              </a:ext>
            </a:extLst>
          </p:cNvPr>
          <p:cNvSpPr/>
          <p:nvPr userDrawn="1"/>
        </p:nvSpPr>
        <p:spPr>
          <a:xfrm>
            <a:off x="9007962" y="2801425"/>
            <a:ext cx="2592388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A59E5FB1-4CE6-A88D-3296-FBFEA5823B62}"/>
              </a:ext>
            </a:extLst>
          </p:cNvPr>
          <p:cNvSpPr/>
          <p:nvPr userDrawn="1"/>
        </p:nvSpPr>
        <p:spPr>
          <a:xfrm rot="5400000">
            <a:off x="11259655" y="313867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 userDrawn="1"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 1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 userDrawn="1">
            <p:ph type="body" idx="27" hasCustomPrompt="1"/>
            <p:custDataLst>
              <p:tags r:id="rId3"/>
            </p:custDataLst>
          </p:nvPr>
        </p:nvSpPr>
        <p:spPr>
          <a:xfrm>
            <a:off x="591649" y="3901893"/>
            <a:ext cx="2588114" cy="797311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 userDrawn="1">
            <p:ph type="body" idx="28"/>
            <p:custDataLst>
              <p:tags r:id="rId4"/>
            </p:custDataLst>
          </p:nvPr>
        </p:nvSpPr>
        <p:spPr>
          <a:xfrm>
            <a:off x="591649" y="4708872"/>
            <a:ext cx="2588114" cy="1578175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 2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 userDrawn="1">
            <p:ph type="body" idx="36" hasCustomPrompt="1"/>
            <p:custDataLst>
              <p:tags r:id="rId5"/>
            </p:custDataLst>
          </p:nvPr>
        </p:nvSpPr>
        <p:spPr>
          <a:xfrm>
            <a:off x="3395663" y="3901893"/>
            <a:ext cx="2588114" cy="7992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 userDrawn="1">
            <p:ph type="body" idx="37"/>
            <p:custDataLst>
              <p:tags r:id="rId6"/>
            </p:custDataLst>
          </p:nvPr>
        </p:nvSpPr>
        <p:spPr>
          <a:xfrm>
            <a:off x="3395663" y="4708872"/>
            <a:ext cx="2588114" cy="1576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 3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 userDrawn="1">
            <p:ph type="body" idx="40" hasCustomPrompt="1"/>
            <p:custDataLst>
              <p:tags r:id="rId7"/>
            </p:custDataLst>
          </p:nvPr>
        </p:nvSpPr>
        <p:spPr>
          <a:xfrm>
            <a:off x="6208225" y="3901893"/>
            <a:ext cx="2588113" cy="799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 userDrawn="1">
            <p:ph type="body" idx="41"/>
            <p:custDataLst>
              <p:tags r:id="rId8"/>
            </p:custDataLst>
          </p:nvPr>
        </p:nvSpPr>
        <p:spPr>
          <a:xfrm>
            <a:off x="6208225" y="4708872"/>
            <a:ext cx="2588113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Milestone Placeholder 1">
            <a:extLst>
              <a:ext uri="{FF2B5EF4-FFF2-40B4-BE49-F238E27FC236}">
                <a16:creationId xmlns:a16="http://schemas.microsoft.com/office/drawing/2014/main" id="{4B86109D-16EA-BCC3-48F8-E061FFA431FB}"/>
              </a:ext>
            </a:extLst>
          </p:cNvPr>
          <p:cNvSpPr>
            <a:spLocks noGrp="1"/>
          </p:cNvSpPr>
          <p:nvPr userDrawn="1">
            <p:ph type="body" idx="42" hasCustomPrompt="1"/>
            <p:custDataLst>
              <p:tags r:id="rId9"/>
            </p:custDataLst>
          </p:nvPr>
        </p:nvSpPr>
        <p:spPr>
          <a:xfrm>
            <a:off x="591649" y="2801031"/>
            <a:ext cx="2279345" cy="875588"/>
          </a:xfrm>
        </p:spPr>
        <p:txBody>
          <a:bodyPr wrap="square" lIns="216000" tIns="144000" rIns="72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" name="Milestone Placeholder 2">
            <a:extLst>
              <a:ext uri="{FF2B5EF4-FFF2-40B4-BE49-F238E27FC236}">
                <a16:creationId xmlns:a16="http://schemas.microsoft.com/office/drawing/2014/main" id="{0A475C85-C51B-AE71-78B9-FE6B6862A7D6}"/>
              </a:ext>
            </a:extLst>
          </p:cNvPr>
          <p:cNvSpPr>
            <a:spLocks noGrp="1"/>
          </p:cNvSpPr>
          <p:nvPr userDrawn="1">
            <p:ph type="body" idx="43" hasCustomPrompt="1"/>
            <p:custDataLst>
              <p:tags r:id="rId10"/>
            </p:custDataLst>
          </p:nvPr>
        </p:nvSpPr>
        <p:spPr>
          <a:xfrm>
            <a:off x="3395663" y="2801425"/>
            <a:ext cx="2279345" cy="874800"/>
          </a:xfrm>
        </p:spPr>
        <p:txBody>
          <a:bodyPr wrap="square" lIns="216000" tIns="144000" rIns="72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Milestone Placeholder 3">
            <a:extLst>
              <a:ext uri="{FF2B5EF4-FFF2-40B4-BE49-F238E27FC236}">
                <a16:creationId xmlns:a16="http://schemas.microsoft.com/office/drawing/2014/main" id="{9ED3C798-64D1-1AC4-5CD3-D4748C989071}"/>
              </a:ext>
            </a:extLst>
          </p:cNvPr>
          <p:cNvSpPr>
            <a:spLocks noGrp="1"/>
          </p:cNvSpPr>
          <p:nvPr userDrawn="1">
            <p:ph type="body" idx="44" hasCustomPrompt="1"/>
            <p:custDataLst>
              <p:tags r:id="rId11"/>
            </p:custDataLst>
          </p:nvPr>
        </p:nvSpPr>
        <p:spPr>
          <a:xfrm>
            <a:off x="6208226" y="2801425"/>
            <a:ext cx="2283108" cy="874800"/>
          </a:xfrm>
        </p:spPr>
        <p:txBody>
          <a:bodyPr wrap="square" lIns="216000" tIns="144000" rIns="72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8" name="Subtitle Placeholder 4">
            <a:extLst>
              <a:ext uri="{FF2B5EF4-FFF2-40B4-BE49-F238E27FC236}">
                <a16:creationId xmlns:a16="http://schemas.microsoft.com/office/drawing/2014/main" id="{D93FE7CA-7C48-3B4E-5868-2DA68DC36D48}"/>
              </a:ext>
            </a:extLst>
          </p:cNvPr>
          <p:cNvSpPr>
            <a:spLocks noGrp="1"/>
          </p:cNvSpPr>
          <p:nvPr userDrawn="1">
            <p:ph type="body" idx="45" hasCustomPrompt="1"/>
            <p:custDataLst>
              <p:tags r:id="rId12"/>
            </p:custDataLst>
          </p:nvPr>
        </p:nvSpPr>
        <p:spPr>
          <a:xfrm>
            <a:off x="9012237" y="3901893"/>
            <a:ext cx="2588113" cy="799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88A2745C-C681-FBB1-EDF5-0B4009BBA5C3}"/>
              </a:ext>
            </a:extLst>
          </p:cNvPr>
          <p:cNvSpPr>
            <a:spLocks noGrp="1"/>
          </p:cNvSpPr>
          <p:nvPr userDrawn="1">
            <p:ph type="body" idx="46"/>
            <p:custDataLst>
              <p:tags r:id="rId13"/>
            </p:custDataLst>
          </p:nvPr>
        </p:nvSpPr>
        <p:spPr>
          <a:xfrm>
            <a:off x="9012237" y="4708872"/>
            <a:ext cx="2588113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Milestone Placeholder 4">
            <a:extLst>
              <a:ext uri="{FF2B5EF4-FFF2-40B4-BE49-F238E27FC236}">
                <a16:creationId xmlns:a16="http://schemas.microsoft.com/office/drawing/2014/main" id="{490A4BC5-F030-5A2B-C5D2-782D266391AF}"/>
              </a:ext>
            </a:extLst>
          </p:cNvPr>
          <p:cNvSpPr>
            <a:spLocks noGrp="1"/>
          </p:cNvSpPr>
          <p:nvPr userDrawn="1">
            <p:ph type="body" idx="47" hasCustomPrompt="1"/>
            <p:custDataLst>
              <p:tags r:id="rId14"/>
            </p:custDataLst>
          </p:nvPr>
        </p:nvSpPr>
        <p:spPr>
          <a:xfrm>
            <a:off x="9012238" y="2801425"/>
            <a:ext cx="2283108" cy="874800"/>
          </a:xfrm>
        </p:spPr>
        <p:txBody>
          <a:bodyPr wrap="square" lIns="216000" tIns="144000" rIns="72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35" name="Straight Connector">
            <a:extLst>
              <a:ext uri="{FF2B5EF4-FFF2-40B4-BE49-F238E27FC236}">
                <a16:creationId xmlns:a16="http://schemas.microsoft.com/office/drawing/2014/main" id="{792B7E05-EECF-F6C3-624B-7DDB8A0E8245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474" y="3901893"/>
            <a:ext cx="0" cy="2374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">
            <a:extLst>
              <a:ext uri="{FF2B5EF4-FFF2-40B4-BE49-F238E27FC236}">
                <a16:creationId xmlns:a16="http://schemas.microsoft.com/office/drawing/2014/main" id="{04FB9B1B-5ADB-09E6-481D-34BAB46B84DC}"/>
              </a:ext>
            </a:extLst>
          </p:cNvPr>
          <p:cNvCxnSpPr>
            <a:cxnSpLocks/>
          </p:cNvCxnSpPr>
          <p:nvPr userDrawn="1"/>
        </p:nvCxnSpPr>
        <p:spPr>
          <a:xfrm flipV="1">
            <a:off x="3287871" y="3901893"/>
            <a:ext cx="0" cy="237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">
            <a:extLst>
              <a:ext uri="{FF2B5EF4-FFF2-40B4-BE49-F238E27FC236}">
                <a16:creationId xmlns:a16="http://schemas.microsoft.com/office/drawing/2014/main" id="{0CA14D6E-139D-A3AE-BA6E-34613C2FD1AF}"/>
              </a:ext>
            </a:extLst>
          </p:cNvPr>
          <p:cNvCxnSpPr>
            <a:cxnSpLocks/>
          </p:cNvCxnSpPr>
          <p:nvPr userDrawn="1"/>
        </p:nvCxnSpPr>
        <p:spPr>
          <a:xfrm flipV="1">
            <a:off x="8904603" y="3901893"/>
            <a:ext cx="0" cy="237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28456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4584C3C-4256-7CE0-100E-B1FF8A92D63C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23AE6BB-A198-008A-0898-475ED5885CD6}"/>
              </a:ext>
            </a:extLst>
          </p:cNvPr>
          <p:cNvSpPr/>
          <p:nvPr userDrawn="1"/>
        </p:nvSpPr>
        <p:spPr>
          <a:xfrm>
            <a:off x="587375" y="2245245"/>
            <a:ext cx="2020274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45DF0834-0A95-40C0-F058-63DC0FB088C3}"/>
              </a:ext>
            </a:extLst>
          </p:cNvPr>
          <p:cNvSpPr/>
          <p:nvPr userDrawn="1"/>
        </p:nvSpPr>
        <p:spPr>
          <a:xfrm rot="5400000">
            <a:off x="2266954" y="258249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45044DB-BE3F-3142-D551-D0485FE09AF7}"/>
              </a:ext>
            </a:extLst>
          </p:cNvPr>
          <p:cNvSpPr/>
          <p:nvPr userDrawn="1"/>
        </p:nvSpPr>
        <p:spPr>
          <a:xfrm>
            <a:off x="2840078" y="2245245"/>
            <a:ext cx="2020274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E5E8C068-73D2-F1F1-02A8-3EBACB5622C9}"/>
              </a:ext>
            </a:extLst>
          </p:cNvPr>
          <p:cNvSpPr/>
          <p:nvPr userDrawn="1"/>
        </p:nvSpPr>
        <p:spPr>
          <a:xfrm rot="5400000">
            <a:off x="4519657" y="258249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9A7CBF7-6CB3-8752-663A-3CB44577A079}"/>
              </a:ext>
            </a:extLst>
          </p:cNvPr>
          <p:cNvSpPr/>
          <p:nvPr userDrawn="1"/>
        </p:nvSpPr>
        <p:spPr>
          <a:xfrm>
            <a:off x="5106123" y="2245245"/>
            <a:ext cx="2020274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A4055EDA-6ADB-67F5-4FD6-AFA2A1FD7F09}"/>
              </a:ext>
            </a:extLst>
          </p:cNvPr>
          <p:cNvSpPr/>
          <p:nvPr userDrawn="1"/>
        </p:nvSpPr>
        <p:spPr>
          <a:xfrm rot="5400000">
            <a:off x="6785702" y="258249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662155E-F7B1-4BA5-30A6-D024F0E37F42}"/>
              </a:ext>
            </a:extLst>
          </p:cNvPr>
          <p:cNvSpPr/>
          <p:nvPr userDrawn="1"/>
        </p:nvSpPr>
        <p:spPr>
          <a:xfrm>
            <a:off x="7335924" y="2245245"/>
            <a:ext cx="2020274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9F52DD8F-F8AA-E539-EFAC-F39791BA41BF}"/>
              </a:ext>
            </a:extLst>
          </p:cNvPr>
          <p:cNvSpPr/>
          <p:nvPr userDrawn="1"/>
        </p:nvSpPr>
        <p:spPr>
          <a:xfrm rot="5400000">
            <a:off x="9015503" y="258249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437F1FF-2C17-EAC0-A07E-BA3E00A11C7D}"/>
              </a:ext>
            </a:extLst>
          </p:cNvPr>
          <p:cNvSpPr/>
          <p:nvPr userDrawn="1"/>
        </p:nvSpPr>
        <p:spPr>
          <a:xfrm>
            <a:off x="9588625" y="2245245"/>
            <a:ext cx="2020274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EF58DD2B-C27D-2FF9-5EDE-1678E2B63CB8}"/>
              </a:ext>
            </a:extLst>
          </p:cNvPr>
          <p:cNvSpPr/>
          <p:nvPr userDrawn="1"/>
        </p:nvSpPr>
        <p:spPr>
          <a:xfrm rot="5400000">
            <a:off x="11268204" y="258249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 userDrawn="1"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 1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 userDrawn="1">
            <p:ph type="body" idx="27" hasCustomPrompt="1"/>
            <p:custDataLst>
              <p:tags r:id="rId3"/>
            </p:custDataLst>
          </p:nvPr>
        </p:nvSpPr>
        <p:spPr>
          <a:xfrm>
            <a:off x="591649" y="3336045"/>
            <a:ext cx="2016000" cy="1105200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 userDrawn="1">
            <p:ph type="body" idx="28"/>
            <p:custDataLst>
              <p:tags r:id="rId4"/>
            </p:custDataLst>
          </p:nvPr>
        </p:nvSpPr>
        <p:spPr>
          <a:xfrm>
            <a:off x="591649" y="4456871"/>
            <a:ext cx="2016000" cy="1828800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 2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 userDrawn="1">
            <p:ph type="body" idx="36" hasCustomPrompt="1"/>
            <p:custDataLst>
              <p:tags r:id="rId5"/>
            </p:custDataLst>
          </p:nvPr>
        </p:nvSpPr>
        <p:spPr>
          <a:xfrm>
            <a:off x="2840893" y="3336045"/>
            <a:ext cx="2016000" cy="11052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 userDrawn="1">
            <p:ph type="body" idx="37"/>
            <p:custDataLst>
              <p:tags r:id="rId6"/>
            </p:custDataLst>
          </p:nvPr>
        </p:nvSpPr>
        <p:spPr>
          <a:xfrm>
            <a:off x="2840078" y="4456872"/>
            <a:ext cx="2016000" cy="182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 3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 userDrawn="1">
            <p:ph type="body" idx="40" hasCustomPrompt="1"/>
            <p:custDataLst>
              <p:tags r:id="rId7"/>
            </p:custDataLst>
          </p:nvPr>
        </p:nvSpPr>
        <p:spPr>
          <a:xfrm>
            <a:off x="5090137" y="3336045"/>
            <a:ext cx="2016000" cy="1105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 userDrawn="1">
            <p:ph type="body" idx="41"/>
            <p:custDataLst>
              <p:tags r:id="rId8"/>
            </p:custDataLst>
          </p:nvPr>
        </p:nvSpPr>
        <p:spPr>
          <a:xfrm>
            <a:off x="5106123" y="4456872"/>
            <a:ext cx="2016000" cy="182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Milestone Placeholder 1">
            <a:extLst>
              <a:ext uri="{FF2B5EF4-FFF2-40B4-BE49-F238E27FC236}">
                <a16:creationId xmlns:a16="http://schemas.microsoft.com/office/drawing/2014/main" id="{4B86109D-16EA-BCC3-48F8-E061FFA431FB}"/>
              </a:ext>
            </a:extLst>
          </p:cNvPr>
          <p:cNvSpPr>
            <a:spLocks noGrp="1"/>
          </p:cNvSpPr>
          <p:nvPr userDrawn="1">
            <p:ph type="body" idx="42" hasCustomPrompt="1"/>
            <p:custDataLst>
              <p:tags r:id="rId9"/>
            </p:custDataLst>
          </p:nvPr>
        </p:nvSpPr>
        <p:spPr>
          <a:xfrm>
            <a:off x="591649" y="2245245"/>
            <a:ext cx="1715269" cy="874800"/>
          </a:xfrm>
        </p:spPr>
        <p:txBody>
          <a:bodyPr wrap="square" lIns="216000" tIns="144000" rIns="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3" name="Milestone Placeholder 2">
            <a:extLst>
              <a:ext uri="{FF2B5EF4-FFF2-40B4-BE49-F238E27FC236}">
                <a16:creationId xmlns:a16="http://schemas.microsoft.com/office/drawing/2014/main" id="{0A475C85-C51B-AE71-78B9-FE6B6862A7D6}"/>
              </a:ext>
            </a:extLst>
          </p:cNvPr>
          <p:cNvSpPr>
            <a:spLocks noGrp="1"/>
          </p:cNvSpPr>
          <p:nvPr userDrawn="1">
            <p:ph type="body" idx="43" hasCustomPrompt="1"/>
            <p:custDataLst>
              <p:tags r:id="rId10"/>
            </p:custDataLst>
          </p:nvPr>
        </p:nvSpPr>
        <p:spPr>
          <a:xfrm>
            <a:off x="2840078" y="2245245"/>
            <a:ext cx="1715269" cy="874800"/>
          </a:xfrm>
        </p:spPr>
        <p:txBody>
          <a:bodyPr wrap="square" lIns="216000" tIns="144000" rIns="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5" name="Milestone Placeholder 3">
            <a:extLst>
              <a:ext uri="{FF2B5EF4-FFF2-40B4-BE49-F238E27FC236}">
                <a16:creationId xmlns:a16="http://schemas.microsoft.com/office/drawing/2014/main" id="{9ED3C798-64D1-1AC4-5CD3-D4748C989071}"/>
              </a:ext>
            </a:extLst>
          </p:cNvPr>
          <p:cNvSpPr>
            <a:spLocks noGrp="1"/>
          </p:cNvSpPr>
          <p:nvPr userDrawn="1">
            <p:ph type="body" idx="44" hasCustomPrompt="1"/>
            <p:custDataLst>
              <p:tags r:id="rId11"/>
            </p:custDataLst>
          </p:nvPr>
        </p:nvSpPr>
        <p:spPr>
          <a:xfrm>
            <a:off x="5106123" y="2245245"/>
            <a:ext cx="1715269" cy="874800"/>
          </a:xfrm>
        </p:spPr>
        <p:txBody>
          <a:bodyPr wrap="square" lIns="216000" tIns="144000" rIns="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18" name="Subtitle Placeholder 4">
            <a:extLst>
              <a:ext uri="{FF2B5EF4-FFF2-40B4-BE49-F238E27FC236}">
                <a16:creationId xmlns:a16="http://schemas.microsoft.com/office/drawing/2014/main" id="{D93FE7CA-7C48-3B4E-5868-2DA68DC36D48}"/>
              </a:ext>
            </a:extLst>
          </p:cNvPr>
          <p:cNvSpPr>
            <a:spLocks noGrp="1"/>
          </p:cNvSpPr>
          <p:nvPr userDrawn="1">
            <p:ph type="body" idx="45" hasCustomPrompt="1"/>
            <p:custDataLst>
              <p:tags r:id="rId12"/>
            </p:custDataLst>
          </p:nvPr>
        </p:nvSpPr>
        <p:spPr>
          <a:xfrm>
            <a:off x="7339381" y="3336045"/>
            <a:ext cx="2016000" cy="1105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88A2745C-C681-FBB1-EDF5-0B4009BBA5C3}"/>
              </a:ext>
            </a:extLst>
          </p:cNvPr>
          <p:cNvSpPr>
            <a:spLocks noGrp="1"/>
          </p:cNvSpPr>
          <p:nvPr userDrawn="1">
            <p:ph type="body" idx="46"/>
            <p:custDataLst>
              <p:tags r:id="rId13"/>
            </p:custDataLst>
          </p:nvPr>
        </p:nvSpPr>
        <p:spPr>
          <a:xfrm>
            <a:off x="7335924" y="4456872"/>
            <a:ext cx="2016000" cy="182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Milestone Placeholder 4">
            <a:extLst>
              <a:ext uri="{FF2B5EF4-FFF2-40B4-BE49-F238E27FC236}">
                <a16:creationId xmlns:a16="http://schemas.microsoft.com/office/drawing/2014/main" id="{490A4BC5-F030-5A2B-C5D2-782D266391AF}"/>
              </a:ext>
            </a:extLst>
          </p:cNvPr>
          <p:cNvSpPr>
            <a:spLocks noGrp="1"/>
          </p:cNvSpPr>
          <p:nvPr userDrawn="1">
            <p:ph type="body" idx="47" hasCustomPrompt="1"/>
            <p:custDataLst>
              <p:tags r:id="rId14"/>
            </p:custDataLst>
          </p:nvPr>
        </p:nvSpPr>
        <p:spPr>
          <a:xfrm>
            <a:off x="7335924" y="2245245"/>
            <a:ext cx="1715269" cy="874800"/>
          </a:xfrm>
        </p:spPr>
        <p:txBody>
          <a:bodyPr wrap="square" lIns="216000" tIns="144000" rIns="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16" name="Subtitle Placeholder 5">
            <a:extLst>
              <a:ext uri="{FF2B5EF4-FFF2-40B4-BE49-F238E27FC236}">
                <a16:creationId xmlns:a16="http://schemas.microsoft.com/office/drawing/2014/main" id="{B3770C39-5AAB-6801-1466-9BA8B4150BD4}"/>
              </a:ext>
            </a:extLst>
          </p:cNvPr>
          <p:cNvSpPr>
            <a:spLocks noGrp="1"/>
          </p:cNvSpPr>
          <p:nvPr userDrawn="1">
            <p:ph type="body" idx="48" hasCustomPrompt="1"/>
            <p:custDataLst>
              <p:tags r:id="rId15"/>
            </p:custDataLst>
          </p:nvPr>
        </p:nvSpPr>
        <p:spPr>
          <a:xfrm>
            <a:off x="9588625" y="3336045"/>
            <a:ext cx="2016000" cy="1105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D0701F28-E7C8-7459-9DEF-0563975DDE97}"/>
              </a:ext>
            </a:extLst>
          </p:cNvPr>
          <p:cNvSpPr>
            <a:spLocks noGrp="1"/>
          </p:cNvSpPr>
          <p:nvPr userDrawn="1">
            <p:ph type="body" idx="49"/>
            <p:custDataLst>
              <p:tags r:id="rId16"/>
            </p:custDataLst>
          </p:nvPr>
        </p:nvSpPr>
        <p:spPr>
          <a:xfrm>
            <a:off x="9588625" y="4456872"/>
            <a:ext cx="2016000" cy="182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Milestone Placeholder 5">
            <a:extLst>
              <a:ext uri="{FF2B5EF4-FFF2-40B4-BE49-F238E27FC236}">
                <a16:creationId xmlns:a16="http://schemas.microsoft.com/office/drawing/2014/main" id="{274890B7-3C33-EDA7-2F0D-DC5C26D3F207}"/>
              </a:ext>
            </a:extLst>
          </p:cNvPr>
          <p:cNvSpPr>
            <a:spLocks noGrp="1"/>
          </p:cNvSpPr>
          <p:nvPr userDrawn="1">
            <p:ph type="body" idx="50" hasCustomPrompt="1"/>
            <p:custDataLst>
              <p:tags r:id="rId17"/>
            </p:custDataLst>
          </p:nvPr>
        </p:nvSpPr>
        <p:spPr>
          <a:xfrm>
            <a:off x="9588625" y="2245245"/>
            <a:ext cx="1715269" cy="874800"/>
          </a:xfrm>
        </p:spPr>
        <p:txBody>
          <a:bodyPr wrap="square" lIns="216000" tIns="144000" rIns="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</a:t>
            </a:r>
          </a:p>
        </p:txBody>
      </p:sp>
      <p:cxnSp>
        <p:nvCxnSpPr>
          <p:cNvPr id="43" name="Straight Connector">
            <a:extLst>
              <a:ext uri="{FF2B5EF4-FFF2-40B4-BE49-F238E27FC236}">
                <a16:creationId xmlns:a16="http://schemas.microsoft.com/office/drawing/2014/main" id="{2DB2948C-70FE-6D61-7E25-A6515892ABAB}"/>
              </a:ext>
            </a:extLst>
          </p:cNvPr>
          <p:cNvCxnSpPr>
            <a:cxnSpLocks/>
          </p:cNvCxnSpPr>
          <p:nvPr userDrawn="1"/>
        </p:nvCxnSpPr>
        <p:spPr>
          <a:xfrm flipV="1">
            <a:off x="2724271" y="3336045"/>
            <a:ext cx="0" cy="29418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">
            <a:extLst>
              <a:ext uri="{FF2B5EF4-FFF2-40B4-BE49-F238E27FC236}">
                <a16:creationId xmlns:a16="http://schemas.microsoft.com/office/drawing/2014/main" id="{BEE356B6-F428-CB0A-A4F8-1CCF3D7658AC}"/>
              </a:ext>
            </a:extLst>
          </p:cNvPr>
          <p:cNvCxnSpPr>
            <a:cxnSpLocks/>
          </p:cNvCxnSpPr>
          <p:nvPr userDrawn="1"/>
        </p:nvCxnSpPr>
        <p:spPr>
          <a:xfrm flipV="1">
            <a:off x="4973515" y="3336045"/>
            <a:ext cx="0" cy="29418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">
            <a:extLst>
              <a:ext uri="{FF2B5EF4-FFF2-40B4-BE49-F238E27FC236}">
                <a16:creationId xmlns:a16="http://schemas.microsoft.com/office/drawing/2014/main" id="{FC476EF4-09A4-BCD8-A7BD-2AA780BEC41C}"/>
              </a:ext>
            </a:extLst>
          </p:cNvPr>
          <p:cNvCxnSpPr>
            <a:cxnSpLocks/>
          </p:cNvCxnSpPr>
          <p:nvPr userDrawn="1"/>
        </p:nvCxnSpPr>
        <p:spPr>
          <a:xfrm flipV="1">
            <a:off x="7222759" y="3336045"/>
            <a:ext cx="0" cy="29418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">
            <a:extLst>
              <a:ext uri="{FF2B5EF4-FFF2-40B4-BE49-F238E27FC236}">
                <a16:creationId xmlns:a16="http://schemas.microsoft.com/office/drawing/2014/main" id="{F96BABBF-3889-B9C8-5A54-DBAE7E9D1320}"/>
              </a:ext>
            </a:extLst>
          </p:cNvPr>
          <p:cNvCxnSpPr>
            <a:cxnSpLocks/>
          </p:cNvCxnSpPr>
          <p:nvPr userDrawn="1"/>
        </p:nvCxnSpPr>
        <p:spPr>
          <a:xfrm flipV="1">
            <a:off x="9472003" y="3336045"/>
            <a:ext cx="0" cy="29418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54741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8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2CB4238-0496-7E74-878E-B795C7B5D876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A3A094A-EEF7-607F-EF14-C55152301A6B}"/>
              </a:ext>
            </a:extLst>
          </p:cNvPr>
          <p:cNvGrpSpPr/>
          <p:nvPr userDrawn="1"/>
        </p:nvGrpSpPr>
        <p:grpSpPr>
          <a:xfrm>
            <a:off x="587374" y="2371838"/>
            <a:ext cx="1659599" cy="875588"/>
            <a:chOff x="948049" y="1831721"/>
            <a:chExt cx="1659599" cy="87558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3CDD169-48E3-2C99-4004-DD00FE98D825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763F9A6D-C2EA-9E16-6198-F5A5CDC3C7A1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1B180DC-D00E-A276-746E-12B8D120746F}"/>
              </a:ext>
            </a:extLst>
          </p:cNvPr>
          <p:cNvGrpSpPr/>
          <p:nvPr userDrawn="1"/>
        </p:nvGrpSpPr>
        <p:grpSpPr>
          <a:xfrm>
            <a:off x="2458904" y="2371838"/>
            <a:ext cx="1659599" cy="875588"/>
            <a:chOff x="948049" y="1831721"/>
            <a:chExt cx="1659599" cy="875588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10DCBC1-A993-C4FC-42D0-8BCD8AFAC729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F3747459-52F4-9053-244F-783D536C0D06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D725A28-2D8A-9783-98FB-A56D97709619}"/>
              </a:ext>
            </a:extLst>
          </p:cNvPr>
          <p:cNvGrpSpPr/>
          <p:nvPr userDrawn="1"/>
        </p:nvGrpSpPr>
        <p:grpSpPr>
          <a:xfrm>
            <a:off x="4330434" y="2371838"/>
            <a:ext cx="1659599" cy="875588"/>
            <a:chOff x="948049" y="1831721"/>
            <a:chExt cx="1659599" cy="875588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4C978038-D33C-EB6B-968F-7964C78A70E9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7D685892-B84D-6A93-05F2-80F2A81B5039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955A871-E435-E5DE-E5FF-359C6DFA3B8B}"/>
              </a:ext>
            </a:extLst>
          </p:cNvPr>
          <p:cNvGrpSpPr/>
          <p:nvPr userDrawn="1"/>
        </p:nvGrpSpPr>
        <p:grpSpPr>
          <a:xfrm>
            <a:off x="6201964" y="2371838"/>
            <a:ext cx="1659599" cy="875588"/>
            <a:chOff x="948049" y="1831721"/>
            <a:chExt cx="1659599" cy="875588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C7F08527-4295-A875-0E61-B794A4B03D6C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57CD8EF-82F8-6455-8EFD-72E5BBD936F3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364AFF3-8E80-4766-C55F-E6633334E98A}"/>
              </a:ext>
            </a:extLst>
          </p:cNvPr>
          <p:cNvGrpSpPr/>
          <p:nvPr userDrawn="1"/>
        </p:nvGrpSpPr>
        <p:grpSpPr>
          <a:xfrm>
            <a:off x="8073494" y="2371838"/>
            <a:ext cx="1659599" cy="875588"/>
            <a:chOff x="948049" y="1831721"/>
            <a:chExt cx="1659599" cy="875588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ACB72E8C-9BF8-6AE4-5453-D405439C9BEE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A62424A6-7F75-98D1-2210-8FAA7B5C474F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BFC4D06-01EA-43E2-C5C4-54AAF3266063}"/>
              </a:ext>
            </a:extLst>
          </p:cNvPr>
          <p:cNvGrpSpPr/>
          <p:nvPr userDrawn="1"/>
        </p:nvGrpSpPr>
        <p:grpSpPr>
          <a:xfrm>
            <a:off x="9945024" y="2371838"/>
            <a:ext cx="1659599" cy="875588"/>
            <a:chOff x="948049" y="1831721"/>
            <a:chExt cx="1659599" cy="875588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8FC0BC21-5124-F59C-A6ED-FABA12E8A32D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ED29AA8C-ACBB-E552-4D2D-66E658F24390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3" name="Milestone Placeholder 1">
            <a:extLst>
              <a:ext uri="{FF2B5EF4-FFF2-40B4-BE49-F238E27FC236}">
                <a16:creationId xmlns:a16="http://schemas.microsoft.com/office/drawing/2014/main" id="{5247F7ED-968C-3DB8-DDE1-A95E6259418A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3"/>
            </p:custDataLst>
          </p:nvPr>
        </p:nvSpPr>
        <p:spPr>
          <a:xfrm>
            <a:off x="587374" y="2371838"/>
            <a:ext cx="1354595" cy="875588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Milestone Placeholder 2">
            <a:extLst>
              <a:ext uri="{FF2B5EF4-FFF2-40B4-BE49-F238E27FC236}">
                <a16:creationId xmlns:a16="http://schemas.microsoft.com/office/drawing/2014/main" id="{B9AFFAFA-69AF-55F2-8E32-B03C8F3C3129}"/>
              </a:ext>
            </a:extLst>
          </p:cNvPr>
          <p:cNvSpPr>
            <a:spLocks noGrp="1"/>
          </p:cNvSpPr>
          <p:nvPr>
            <p:ph type="body" idx="48" hasCustomPrompt="1"/>
            <p:custDataLst>
              <p:tags r:id="rId4"/>
            </p:custDataLst>
          </p:nvPr>
        </p:nvSpPr>
        <p:spPr>
          <a:xfrm>
            <a:off x="2458904" y="2371838"/>
            <a:ext cx="1354595" cy="875588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5" name="Milestone Placeholder 3">
            <a:extLst>
              <a:ext uri="{FF2B5EF4-FFF2-40B4-BE49-F238E27FC236}">
                <a16:creationId xmlns:a16="http://schemas.microsoft.com/office/drawing/2014/main" id="{7AA1281F-F625-B89B-41FB-756D58ADAB82}"/>
              </a:ext>
            </a:extLst>
          </p:cNvPr>
          <p:cNvSpPr>
            <a:spLocks noGrp="1"/>
          </p:cNvSpPr>
          <p:nvPr>
            <p:ph type="body" idx="49" hasCustomPrompt="1"/>
            <p:custDataLst>
              <p:tags r:id="rId5"/>
            </p:custDataLst>
          </p:nvPr>
        </p:nvSpPr>
        <p:spPr>
          <a:xfrm>
            <a:off x="4330434" y="2371838"/>
            <a:ext cx="1354595" cy="875588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6" name="Milestone Placeholder 4">
            <a:extLst>
              <a:ext uri="{FF2B5EF4-FFF2-40B4-BE49-F238E27FC236}">
                <a16:creationId xmlns:a16="http://schemas.microsoft.com/office/drawing/2014/main" id="{41BAA233-2BA8-F90B-6629-D482A2C7C285}"/>
              </a:ext>
            </a:extLst>
          </p:cNvPr>
          <p:cNvSpPr>
            <a:spLocks noGrp="1"/>
          </p:cNvSpPr>
          <p:nvPr>
            <p:ph type="body" idx="50" hasCustomPrompt="1"/>
            <p:custDataLst>
              <p:tags r:id="rId6"/>
            </p:custDataLst>
          </p:nvPr>
        </p:nvSpPr>
        <p:spPr>
          <a:xfrm>
            <a:off x="6201964" y="2371838"/>
            <a:ext cx="1354595" cy="875588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7" name="Milestone Placeholder 5">
            <a:extLst>
              <a:ext uri="{FF2B5EF4-FFF2-40B4-BE49-F238E27FC236}">
                <a16:creationId xmlns:a16="http://schemas.microsoft.com/office/drawing/2014/main" id="{838B671B-3D24-9969-1528-74D3B54B56EC}"/>
              </a:ext>
            </a:extLst>
          </p:cNvPr>
          <p:cNvSpPr>
            <a:spLocks noGrp="1"/>
          </p:cNvSpPr>
          <p:nvPr>
            <p:ph type="body" idx="51" hasCustomPrompt="1"/>
            <p:custDataLst>
              <p:tags r:id="rId7"/>
            </p:custDataLst>
          </p:nvPr>
        </p:nvSpPr>
        <p:spPr>
          <a:xfrm>
            <a:off x="8073494" y="2371838"/>
            <a:ext cx="1354595" cy="875588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0" name="Milestone Placeholder 6">
            <a:extLst>
              <a:ext uri="{FF2B5EF4-FFF2-40B4-BE49-F238E27FC236}">
                <a16:creationId xmlns:a16="http://schemas.microsoft.com/office/drawing/2014/main" id="{6E763B6F-4FD4-4C65-2A54-0D382031FCD1}"/>
              </a:ext>
            </a:extLst>
          </p:cNvPr>
          <p:cNvSpPr>
            <a:spLocks noGrp="1"/>
          </p:cNvSpPr>
          <p:nvPr>
            <p:ph type="body" idx="52" hasCustomPrompt="1"/>
            <p:custDataLst>
              <p:tags r:id="rId8"/>
            </p:custDataLst>
          </p:nvPr>
        </p:nvSpPr>
        <p:spPr>
          <a:xfrm>
            <a:off x="9945024" y="2371838"/>
            <a:ext cx="1354595" cy="875588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1" name="Text Placeholder 1">
            <a:extLst>
              <a:ext uri="{FF2B5EF4-FFF2-40B4-BE49-F238E27FC236}">
                <a16:creationId xmlns:a16="http://schemas.microsoft.com/office/drawing/2014/main" id="{8CE9BD46-77D6-4B24-9A8C-B50842FDEB91}"/>
              </a:ext>
            </a:extLst>
          </p:cNvPr>
          <p:cNvSpPr>
            <a:spLocks noGrp="1"/>
          </p:cNvSpPr>
          <p:nvPr>
            <p:ph type="body" idx="36"/>
            <p:custDataLst>
              <p:tags r:id="rId9"/>
            </p:custDataLst>
          </p:nvPr>
        </p:nvSpPr>
        <p:spPr>
          <a:xfrm>
            <a:off x="587374" y="4568627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Subtitle Placeholder 1">
            <a:extLst>
              <a:ext uri="{FF2B5EF4-FFF2-40B4-BE49-F238E27FC236}">
                <a16:creationId xmlns:a16="http://schemas.microsoft.com/office/drawing/2014/main" id="{71BA0F72-2603-FC1F-1D79-86C2B87BA510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10"/>
            </p:custDataLst>
          </p:nvPr>
        </p:nvSpPr>
        <p:spPr>
          <a:xfrm>
            <a:off x="58737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2116920B-34AC-D315-7398-7D1BDD0035A9}"/>
              </a:ext>
            </a:extLst>
          </p:cNvPr>
          <p:cNvSpPr>
            <a:spLocks noGrp="1"/>
          </p:cNvSpPr>
          <p:nvPr>
            <p:ph type="body" idx="53"/>
            <p:custDataLst>
              <p:tags r:id="rId11"/>
            </p:custDataLst>
          </p:nvPr>
        </p:nvSpPr>
        <p:spPr>
          <a:xfrm>
            <a:off x="245890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4" name="Subtitle Placeholder 2">
            <a:extLst>
              <a:ext uri="{FF2B5EF4-FFF2-40B4-BE49-F238E27FC236}">
                <a16:creationId xmlns:a16="http://schemas.microsoft.com/office/drawing/2014/main" id="{53B8E7B8-14B8-0C2D-EAFD-4632BC254FDB}"/>
              </a:ext>
            </a:extLst>
          </p:cNvPr>
          <p:cNvSpPr>
            <a:spLocks noGrp="1"/>
          </p:cNvSpPr>
          <p:nvPr>
            <p:ph type="body" idx="54" hasCustomPrompt="1"/>
            <p:custDataLst>
              <p:tags r:id="rId12"/>
            </p:custDataLst>
          </p:nvPr>
        </p:nvSpPr>
        <p:spPr>
          <a:xfrm>
            <a:off x="245890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BD55F3F7-C06A-6CE5-6FCA-39AAC2225AE5}"/>
              </a:ext>
            </a:extLst>
          </p:cNvPr>
          <p:cNvSpPr>
            <a:spLocks noGrp="1"/>
          </p:cNvSpPr>
          <p:nvPr>
            <p:ph type="body" idx="55"/>
            <p:custDataLst>
              <p:tags r:id="rId13"/>
            </p:custDataLst>
          </p:nvPr>
        </p:nvSpPr>
        <p:spPr>
          <a:xfrm>
            <a:off x="433043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6" name="Subtitle Placeholder 3">
            <a:extLst>
              <a:ext uri="{FF2B5EF4-FFF2-40B4-BE49-F238E27FC236}">
                <a16:creationId xmlns:a16="http://schemas.microsoft.com/office/drawing/2014/main" id="{CDE43EC7-3622-4D09-369E-10910A45814D}"/>
              </a:ext>
            </a:extLst>
          </p:cNvPr>
          <p:cNvSpPr>
            <a:spLocks noGrp="1"/>
          </p:cNvSpPr>
          <p:nvPr>
            <p:ph type="body" idx="56" hasCustomPrompt="1"/>
            <p:custDataLst>
              <p:tags r:id="rId14"/>
            </p:custDataLst>
          </p:nvPr>
        </p:nvSpPr>
        <p:spPr>
          <a:xfrm>
            <a:off x="433043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EE4A2D3A-3DB2-6407-286C-0A11E29A1CB4}"/>
              </a:ext>
            </a:extLst>
          </p:cNvPr>
          <p:cNvSpPr>
            <a:spLocks noGrp="1"/>
          </p:cNvSpPr>
          <p:nvPr>
            <p:ph type="body" idx="57"/>
            <p:custDataLst>
              <p:tags r:id="rId15"/>
            </p:custDataLst>
          </p:nvPr>
        </p:nvSpPr>
        <p:spPr>
          <a:xfrm>
            <a:off x="620196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8" name="Subtitle Placeholder 4">
            <a:extLst>
              <a:ext uri="{FF2B5EF4-FFF2-40B4-BE49-F238E27FC236}">
                <a16:creationId xmlns:a16="http://schemas.microsoft.com/office/drawing/2014/main" id="{8ADFC456-A305-D229-7570-2E1B8D70D6A8}"/>
              </a:ext>
            </a:extLst>
          </p:cNvPr>
          <p:cNvSpPr>
            <a:spLocks noGrp="1"/>
          </p:cNvSpPr>
          <p:nvPr>
            <p:ph type="body" idx="58" hasCustomPrompt="1"/>
            <p:custDataLst>
              <p:tags r:id="rId16"/>
            </p:custDataLst>
          </p:nvPr>
        </p:nvSpPr>
        <p:spPr>
          <a:xfrm>
            <a:off x="620196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BF353A31-9904-D537-87C2-A0D1CF6EB50C}"/>
              </a:ext>
            </a:extLst>
          </p:cNvPr>
          <p:cNvSpPr>
            <a:spLocks noGrp="1"/>
          </p:cNvSpPr>
          <p:nvPr>
            <p:ph type="body" idx="59"/>
            <p:custDataLst>
              <p:tags r:id="rId17"/>
            </p:custDataLst>
          </p:nvPr>
        </p:nvSpPr>
        <p:spPr>
          <a:xfrm>
            <a:off x="807349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50" name="Subtitle Placeholder 5">
            <a:extLst>
              <a:ext uri="{FF2B5EF4-FFF2-40B4-BE49-F238E27FC236}">
                <a16:creationId xmlns:a16="http://schemas.microsoft.com/office/drawing/2014/main" id="{3BF75091-53BB-8B28-15F1-832D7F7F3D82}"/>
              </a:ext>
            </a:extLst>
          </p:cNvPr>
          <p:cNvSpPr>
            <a:spLocks noGrp="1"/>
          </p:cNvSpPr>
          <p:nvPr>
            <p:ph type="body" idx="60" hasCustomPrompt="1"/>
            <p:custDataLst>
              <p:tags r:id="rId18"/>
            </p:custDataLst>
          </p:nvPr>
        </p:nvSpPr>
        <p:spPr>
          <a:xfrm>
            <a:off x="807349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51" name="Text Placeholder 6">
            <a:extLst>
              <a:ext uri="{FF2B5EF4-FFF2-40B4-BE49-F238E27FC236}">
                <a16:creationId xmlns:a16="http://schemas.microsoft.com/office/drawing/2014/main" id="{953516F6-D3E1-A125-1D93-DBE6161FAE29}"/>
              </a:ext>
            </a:extLst>
          </p:cNvPr>
          <p:cNvSpPr>
            <a:spLocks noGrp="1"/>
          </p:cNvSpPr>
          <p:nvPr>
            <p:ph type="body" idx="61"/>
            <p:custDataLst>
              <p:tags r:id="rId19"/>
            </p:custDataLst>
          </p:nvPr>
        </p:nvSpPr>
        <p:spPr>
          <a:xfrm>
            <a:off x="994502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52" name="Subtitle Placeholder 6">
            <a:extLst>
              <a:ext uri="{FF2B5EF4-FFF2-40B4-BE49-F238E27FC236}">
                <a16:creationId xmlns:a16="http://schemas.microsoft.com/office/drawing/2014/main" id="{9D832553-54E7-66EC-1BA3-DFB6D6C80A96}"/>
              </a:ext>
            </a:extLst>
          </p:cNvPr>
          <p:cNvSpPr>
            <a:spLocks noGrp="1"/>
          </p:cNvSpPr>
          <p:nvPr>
            <p:ph type="body" idx="62" hasCustomPrompt="1"/>
            <p:custDataLst>
              <p:tags r:id="rId20"/>
            </p:custDataLst>
          </p:nvPr>
        </p:nvSpPr>
        <p:spPr>
          <a:xfrm>
            <a:off x="994502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100399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05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18AB8AAE-6784-58C1-38E7-5B751400C04E}"/>
              </a:ext>
            </a:extLst>
          </p:cNvPr>
          <p:cNvSpPr/>
          <p:nvPr userDrawn="1"/>
        </p:nvSpPr>
        <p:spPr>
          <a:xfrm>
            <a:off x="0" y="0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2169419"/>
            <a:ext cx="5396400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D3985BE-5375-7204-7A2F-D2708498B3A9}"/>
              </a:ext>
            </a:extLst>
          </p:cNvPr>
          <p:cNvGrpSpPr/>
          <p:nvPr userDrawn="1"/>
        </p:nvGrpSpPr>
        <p:grpSpPr>
          <a:xfrm>
            <a:off x="6203950" y="2109046"/>
            <a:ext cx="720000" cy="720000"/>
            <a:chOff x="1861702" y="3745269"/>
            <a:chExt cx="720000" cy="720000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FAFA7A9-A5AB-C148-43BD-E12F27926A5F}"/>
                </a:ext>
              </a:extLst>
            </p:cNvPr>
            <p:cNvSpPr/>
            <p:nvPr userDrawn="1"/>
          </p:nvSpPr>
          <p:spPr>
            <a:xfrm>
              <a:off x="1861702" y="3745269"/>
              <a:ext cx="720000" cy="7200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1" name="Рисунок 80" descr="Земля контур">
              <a:extLst>
                <a:ext uri="{FF2B5EF4-FFF2-40B4-BE49-F238E27FC236}">
                  <a16:creationId xmlns:a16="http://schemas.microsoft.com/office/drawing/2014/main" id="{4680335C-A9E0-C0E5-CFD1-6C00EE4CB1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>
            <a:xfrm>
              <a:off x="1987702" y="3871269"/>
              <a:ext cx="468000" cy="4680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48E73BD-F253-87DE-44B1-75926B0C6016}"/>
              </a:ext>
            </a:extLst>
          </p:cNvPr>
          <p:cNvGrpSpPr/>
          <p:nvPr userDrawn="1"/>
        </p:nvGrpSpPr>
        <p:grpSpPr>
          <a:xfrm>
            <a:off x="6203950" y="3249795"/>
            <a:ext cx="720000" cy="720000"/>
            <a:chOff x="2221702" y="5269296"/>
            <a:chExt cx="720000" cy="720000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24A831FB-1254-D99C-EFA2-2E56E0452876}"/>
                </a:ext>
              </a:extLst>
            </p:cNvPr>
            <p:cNvSpPr/>
            <p:nvPr userDrawn="1"/>
          </p:nvSpPr>
          <p:spPr>
            <a:xfrm>
              <a:off x="2221702" y="5269296"/>
              <a:ext cx="720000" cy="7200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6" name="Рисунок 85" descr="Конверт контур">
              <a:extLst>
                <a:ext uri="{FF2B5EF4-FFF2-40B4-BE49-F238E27FC236}">
                  <a16:creationId xmlns:a16="http://schemas.microsoft.com/office/drawing/2014/main" id="{389CC9B3-5C3B-630F-3A8E-CDCC6C9B54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2347702" y="5395296"/>
              <a:ext cx="468000" cy="468000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C5F0818-341B-C221-B21F-C1CF5175E22A}"/>
              </a:ext>
            </a:extLst>
          </p:cNvPr>
          <p:cNvGrpSpPr/>
          <p:nvPr userDrawn="1"/>
        </p:nvGrpSpPr>
        <p:grpSpPr>
          <a:xfrm>
            <a:off x="6203950" y="4401798"/>
            <a:ext cx="720000" cy="720000"/>
            <a:chOff x="4706502" y="4102304"/>
            <a:chExt cx="720000" cy="720000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682FCB72-2F08-510B-AD40-DD409F159711}"/>
                </a:ext>
              </a:extLst>
            </p:cNvPr>
            <p:cNvSpPr/>
            <p:nvPr userDrawn="1"/>
          </p:nvSpPr>
          <p:spPr>
            <a:xfrm>
              <a:off x="4706502" y="4102304"/>
              <a:ext cx="720000" cy="7200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8" name="Рисунок 90" descr="Телефонная трубка контур">
              <a:extLst>
                <a:ext uri="{FF2B5EF4-FFF2-40B4-BE49-F238E27FC236}">
                  <a16:creationId xmlns:a16="http://schemas.microsoft.com/office/drawing/2014/main" id="{9F6376B7-24DB-19E4-0490-CDB692D6B1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>
            <a:xfrm>
              <a:off x="4832502" y="4228304"/>
              <a:ext cx="468000" cy="468000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E0E3A3E-9F10-0620-51BE-94FFEFFB6EAC}"/>
              </a:ext>
            </a:extLst>
          </p:cNvPr>
          <p:cNvGrpSpPr/>
          <p:nvPr userDrawn="1"/>
        </p:nvGrpSpPr>
        <p:grpSpPr>
          <a:xfrm>
            <a:off x="6203950" y="5553800"/>
            <a:ext cx="720000" cy="720000"/>
            <a:chOff x="5218982" y="5401760"/>
            <a:chExt cx="720000" cy="720000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08FCC31D-79B2-AA86-1630-040F8801C078}"/>
                </a:ext>
              </a:extLst>
            </p:cNvPr>
            <p:cNvSpPr/>
            <p:nvPr userDrawn="1"/>
          </p:nvSpPr>
          <p:spPr>
            <a:xfrm>
              <a:off x="5218982" y="5401760"/>
              <a:ext cx="720000" cy="7200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40" name="Рисунок 95" descr="Карта с кнопкой контур">
              <a:extLst>
                <a:ext uri="{FF2B5EF4-FFF2-40B4-BE49-F238E27FC236}">
                  <a16:creationId xmlns:a16="http://schemas.microsoft.com/office/drawing/2014/main" id="{847F80BA-5A0E-CDFE-BB11-AA4B8F5C42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p:blipFill>
          <p:spPr>
            <a:xfrm>
              <a:off x="5344982" y="5527760"/>
              <a:ext cx="468000" cy="468000"/>
            </a:xfrm>
            <a:prstGeom prst="rect">
              <a:avLst/>
            </a:prstGeom>
          </p:spPr>
        </p:pic>
      </p:grpSp>
      <p:sp>
        <p:nvSpPr>
          <p:cNvPr id="49" name="Subtitle Placeholder">
            <a:extLst>
              <a:ext uri="{FF2B5EF4-FFF2-40B4-BE49-F238E27FC236}">
                <a16:creationId xmlns:a16="http://schemas.microsoft.com/office/drawing/2014/main" id="{82FA59B5-6C70-FA4E-5F9E-E1F0EDEEE6AA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7139850" y="2149472"/>
            <a:ext cx="4460500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78F08DE6-A5BF-A357-F8BD-11166E606BC2}"/>
              </a:ext>
            </a:extLst>
          </p:cNvPr>
          <p:cNvSpPr>
            <a:spLocks noGrp="1"/>
          </p:cNvSpPr>
          <p:nvPr>
            <p:ph type="body" idx="28"/>
            <p:custDataLst>
              <p:tags r:id="rId4"/>
            </p:custDataLst>
          </p:nvPr>
        </p:nvSpPr>
        <p:spPr>
          <a:xfrm>
            <a:off x="7139850" y="2482225"/>
            <a:ext cx="4460500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Subtitle Placeholder">
            <a:extLst>
              <a:ext uri="{FF2B5EF4-FFF2-40B4-BE49-F238E27FC236}">
                <a16:creationId xmlns:a16="http://schemas.microsoft.com/office/drawing/2014/main" id="{5E4FECC3-B1D9-3023-B6DE-2E127BB391EE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5"/>
            </p:custDataLst>
          </p:nvPr>
        </p:nvSpPr>
        <p:spPr>
          <a:xfrm>
            <a:off x="7139850" y="3290569"/>
            <a:ext cx="4460500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B5CE7952-06CB-23C6-14E8-F4F3AB0935E5}"/>
              </a:ext>
            </a:extLst>
          </p:cNvPr>
          <p:cNvSpPr>
            <a:spLocks noGrp="1"/>
          </p:cNvSpPr>
          <p:nvPr>
            <p:ph type="body" idx="30"/>
            <p:custDataLst>
              <p:tags r:id="rId6"/>
            </p:custDataLst>
          </p:nvPr>
        </p:nvSpPr>
        <p:spPr>
          <a:xfrm>
            <a:off x="7139849" y="3623322"/>
            <a:ext cx="4464776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Subtitle Placeholder">
            <a:extLst>
              <a:ext uri="{FF2B5EF4-FFF2-40B4-BE49-F238E27FC236}">
                <a16:creationId xmlns:a16="http://schemas.microsoft.com/office/drawing/2014/main" id="{84A01255-A873-B5D8-1ADC-9BE96D9912F4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7"/>
            </p:custDataLst>
          </p:nvPr>
        </p:nvSpPr>
        <p:spPr>
          <a:xfrm>
            <a:off x="7139849" y="4443708"/>
            <a:ext cx="4464775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CFCF65AD-3B0A-A48D-FAB8-CD725478058E}"/>
              </a:ext>
            </a:extLst>
          </p:cNvPr>
          <p:cNvSpPr>
            <a:spLocks noGrp="1"/>
          </p:cNvSpPr>
          <p:nvPr>
            <p:ph type="body" idx="32"/>
            <p:custDataLst>
              <p:tags r:id="rId8"/>
            </p:custDataLst>
          </p:nvPr>
        </p:nvSpPr>
        <p:spPr>
          <a:xfrm>
            <a:off x="7139850" y="4776461"/>
            <a:ext cx="4460500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7" name="Subtitle Placeholder">
            <a:extLst>
              <a:ext uri="{FF2B5EF4-FFF2-40B4-BE49-F238E27FC236}">
                <a16:creationId xmlns:a16="http://schemas.microsoft.com/office/drawing/2014/main" id="{01A0AAF1-8BB2-0A33-BD71-7F0889116A37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9"/>
            </p:custDataLst>
          </p:nvPr>
        </p:nvSpPr>
        <p:spPr>
          <a:xfrm>
            <a:off x="7139850" y="5596287"/>
            <a:ext cx="4460500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26D01BBF-426C-5EAF-4E01-73EBD3B02255}"/>
              </a:ext>
            </a:extLst>
          </p:cNvPr>
          <p:cNvSpPr>
            <a:spLocks noGrp="1"/>
          </p:cNvSpPr>
          <p:nvPr>
            <p:ph type="body" idx="34"/>
            <p:custDataLst>
              <p:tags r:id="rId10"/>
            </p:custDataLst>
          </p:nvPr>
        </p:nvSpPr>
        <p:spPr>
          <a:xfrm>
            <a:off x="7139849" y="5929040"/>
            <a:ext cx="4464775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291361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05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2169419"/>
            <a:ext cx="5396400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D3985BE-5375-7204-7A2F-D2708498B3A9}"/>
              </a:ext>
            </a:extLst>
          </p:cNvPr>
          <p:cNvGrpSpPr/>
          <p:nvPr userDrawn="1"/>
        </p:nvGrpSpPr>
        <p:grpSpPr>
          <a:xfrm>
            <a:off x="591341" y="3452125"/>
            <a:ext cx="720000" cy="720000"/>
            <a:chOff x="1861702" y="3745269"/>
            <a:chExt cx="720000" cy="720000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FAFA7A9-A5AB-C148-43BD-E12F27926A5F}"/>
                </a:ext>
              </a:extLst>
            </p:cNvPr>
            <p:cNvSpPr/>
            <p:nvPr userDrawn="1"/>
          </p:nvSpPr>
          <p:spPr>
            <a:xfrm>
              <a:off x="1861702" y="3745269"/>
              <a:ext cx="720000" cy="72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1" name="Рисунок 80" descr="Земля контур">
              <a:extLst>
                <a:ext uri="{FF2B5EF4-FFF2-40B4-BE49-F238E27FC236}">
                  <a16:creationId xmlns:a16="http://schemas.microsoft.com/office/drawing/2014/main" id="{4680335C-A9E0-C0E5-CFD1-6C00EE4CB1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>
            <a:xfrm>
              <a:off x="1987702" y="3871269"/>
              <a:ext cx="468000" cy="4680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48E73BD-F253-87DE-44B1-75926B0C6016}"/>
              </a:ext>
            </a:extLst>
          </p:cNvPr>
          <p:cNvGrpSpPr/>
          <p:nvPr userDrawn="1"/>
        </p:nvGrpSpPr>
        <p:grpSpPr>
          <a:xfrm>
            <a:off x="591341" y="4592874"/>
            <a:ext cx="720000" cy="720000"/>
            <a:chOff x="2221702" y="5269296"/>
            <a:chExt cx="720000" cy="720000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24A831FB-1254-D99C-EFA2-2E56E0452876}"/>
                </a:ext>
              </a:extLst>
            </p:cNvPr>
            <p:cNvSpPr/>
            <p:nvPr userDrawn="1"/>
          </p:nvSpPr>
          <p:spPr>
            <a:xfrm>
              <a:off x="2221702" y="5269296"/>
              <a:ext cx="720000" cy="72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36" name="Рисунок 85" descr="Конверт контур">
              <a:extLst>
                <a:ext uri="{FF2B5EF4-FFF2-40B4-BE49-F238E27FC236}">
                  <a16:creationId xmlns:a16="http://schemas.microsoft.com/office/drawing/2014/main" id="{389CC9B3-5C3B-630F-3A8E-CDCC6C9B54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2347702" y="5395296"/>
              <a:ext cx="468000" cy="468000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C5F0818-341B-C221-B21F-C1CF5175E22A}"/>
              </a:ext>
            </a:extLst>
          </p:cNvPr>
          <p:cNvGrpSpPr/>
          <p:nvPr userDrawn="1"/>
        </p:nvGrpSpPr>
        <p:grpSpPr>
          <a:xfrm>
            <a:off x="6203950" y="3429000"/>
            <a:ext cx="720000" cy="720000"/>
            <a:chOff x="4706502" y="4102304"/>
            <a:chExt cx="720000" cy="720000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682FCB72-2F08-510B-AD40-DD409F159711}"/>
                </a:ext>
              </a:extLst>
            </p:cNvPr>
            <p:cNvSpPr/>
            <p:nvPr userDrawn="1"/>
          </p:nvSpPr>
          <p:spPr>
            <a:xfrm>
              <a:off x="4706502" y="4102304"/>
              <a:ext cx="720000" cy="72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8" name="Рисунок 90" descr="Телефонная трубка контур">
              <a:extLst>
                <a:ext uri="{FF2B5EF4-FFF2-40B4-BE49-F238E27FC236}">
                  <a16:creationId xmlns:a16="http://schemas.microsoft.com/office/drawing/2014/main" id="{9F6376B7-24DB-19E4-0490-CDB692D6B1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>
            <a:xfrm>
              <a:off x="4832502" y="4228304"/>
              <a:ext cx="468000" cy="468000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E0E3A3E-9F10-0620-51BE-94FFEFFB6EAC}"/>
              </a:ext>
            </a:extLst>
          </p:cNvPr>
          <p:cNvGrpSpPr/>
          <p:nvPr userDrawn="1"/>
        </p:nvGrpSpPr>
        <p:grpSpPr>
          <a:xfrm>
            <a:off x="6203950" y="4581002"/>
            <a:ext cx="720000" cy="720000"/>
            <a:chOff x="5218982" y="5401760"/>
            <a:chExt cx="720000" cy="720000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08FCC31D-79B2-AA86-1630-040F8801C078}"/>
                </a:ext>
              </a:extLst>
            </p:cNvPr>
            <p:cNvSpPr/>
            <p:nvPr userDrawn="1"/>
          </p:nvSpPr>
          <p:spPr>
            <a:xfrm>
              <a:off x="5218982" y="5401760"/>
              <a:ext cx="720000" cy="72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40" name="Рисунок 95" descr="Карта с кнопкой контур">
              <a:extLst>
                <a:ext uri="{FF2B5EF4-FFF2-40B4-BE49-F238E27FC236}">
                  <a16:creationId xmlns:a16="http://schemas.microsoft.com/office/drawing/2014/main" id="{847F80BA-5A0E-CDFE-BB11-AA4B8F5C42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p:blipFill>
          <p:spPr>
            <a:xfrm>
              <a:off x="5344982" y="5527760"/>
              <a:ext cx="468000" cy="468000"/>
            </a:xfrm>
            <a:prstGeom prst="rect">
              <a:avLst/>
            </a:prstGeom>
          </p:spPr>
        </p:pic>
      </p:grpSp>
      <p:sp>
        <p:nvSpPr>
          <p:cNvPr id="49" name="Subtitle Placeholder">
            <a:extLst>
              <a:ext uri="{FF2B5EF4-FFF2-40B4-BE49-F238E27FC236}">
                <a16:creationId xmlns:a16="http://schemas.microsoft.com/office/drawing/2014/main" id="{82FA59B5-6C70-FA4E-5F9E-E1F0EDEEE6AA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1527241" y="3492551"/>
            <a:ext cx="4460500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78F08DE6-A5BF-A357-F8BD-11166E606BC2}"/>
              </a:ext>
            </a:extLst>
          </p:cNvPr>
          <p:cNvSpPr>
            <a:spLocks noGrp="1"/>
          </p:cNvSpPr>
          <p:nvPr>
            <p:ph type="body" idx="28"/>
            <p:custDataLst>
              <p:tags r:id="rId4"/>
            </p:custDataLst>
          </p:nvPr>
        </p:nvSpPr>
        <p:spPr>
          <a:xfrm>
            <a:off x="1527241" y="3825304"/>
            <a:ext cx="4460500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Subtitle Placeholder">
            <a:extLst>
              <a:ext uri="{FF2B5EF4-FFF2-40B4-BE49-F238E27FC236}">
                <a16:creationId xmlns:a16="http://schemas.microsoft.com/office/drawing/2014/main" id="{5E4FECC3-B1D9-3023-B6DE-2E127BB391EE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5"/>
            </p:custDataLst>
          </p:nvPr>
        </p:nvSpPr>
        <p:spPr>
          <a:xfrm>
            <a:off x="1527241" y="4633648"/>
            <a:ext cx="4460500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B5CE7952-06CB-23C6-14E8-F4F3AB0935E5}"/>
              </a:ext>
            </a:extLst>
          </p:cNvPr>
          <p:cNvSpPr>
            <a:spLocks noGrp="1"/>
          </p:cNvSpPr>
          <p:nvPr>
            <p:ph type="body" idx="30"/>
            <p:custDataLst>
              <p:tags r:id="rId6"/>
            </p:custDataLst>
          </p:nvPr>
        </p:nvSpPr>
        <p:spPr>
          <a:xfrm>
            <a:off x="1527240" y="4966401"/>
            <a:ext cx="4464776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Subtitle Placeholder">
            <a:extLst>
              <a:ext uri="{FF2B5EF4-FFF2-40B4-BE49-F238E27FC236}">
                <a16:creationId xmlns:a16="http://schemas.microsoft.com/office/drawing/2014/main" id="{84A01255-A873-B5D8-1ADC-9BE96D9912F4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7"/>
            </p:custDataLst>
          </p:nvPr>
        </p:nvSpPr>
        <p:spPr>
          <a:xfrm>
            <a:off x="7139849" y="3470910"/>
            <a:ext cx="4464775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CFCF65AD-3B0A-A48D-FAB8-CD725478058E}"/>
              </a:ext>
            </a:extLst>
          </p:cNvPr>
          <p:cNvSpPr>
            <a:spLocks noGrp="1"/>
          </p:cNvSpPr>
          <p:nvPr>
            <p:ph type="body" idx="32"/>
            <p:custDataLst>
              <p:tags r:id="rId8"/>
            </p:custDataLst>
          </p:nvPr>
        </p:nvSpPr>
        <p:spPr>
          <a:xfrm>
            <a:off x="7139850" y="3803663"/>
            <a:ext cx="4460500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7" name="Subtitle Placeholder">
            <a:extLst>
              <a:ext uri="{FF2B5EF4-FFF2-40B4-BE49-F238E27FC236}">
                <a16:creationId xmlns:a16="http://schemas.microsoft.com/office/drawing/2014/main" id="{01A0AAF1-8BB2-0A33-BD71-7F0889116A37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9"/>
            </p:custDataLst>
          </p:nvPr>
        </p:nvSpPr>
        <p:spPr>
          <a:xfrm>
            <a:off x="7139850" y="4623489"/>
            <a:ext cx="4460500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26D01BBF-426C-5EAF-4E01-73EBD3B02255}"/>
              </a:ext>
            </a:extLst>
          </p:cNvPr>
          <p:cNvSpPr>
            <a:spLocks noGrp="1"/>
          </p:cNvSpPr>
          <p:nvPr>
            <p:ph type="body" idx="34"/>
            <p:custDataLst>
              <p:tags r:id="rId10"/>
            </p:custDataLst>
          </p:nvPr>
        </p:nvSpPr>
        <p:spPr>
          <a:xfrm>
            <a:off x="7139849" y="4956242"/>
            <a:ext cx="4464775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63E0602-C359-321F-7CFB-373106C87937}"/>
              </a:ext>
            </a:extLst>
          </p:cNvPr>
          <p:cNvSpPr/>
          <p:nvPr userDrawn="1"/>
        </p:nvSpPr>
        <p:spPr>
          <a:xfrm rot="16200000">
            <a:off x="9494744" y="4045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583587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1" y="2487204"/>
            <a:ext cx="5396400" cy="18835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AB58AFB5-5E41-DB71-0A4D-118666170C1D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592291" y="4644415"/>
            <a:ext cx="5395759" cy="615553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">
            <a:extLst>
              <a:ext uri="{FF2B5EF4-FFF2-40B4-BE49-F238E27FC236}">
                <a16:creationId xmlns:a16="http://schemas.microsoft.com/office/drawing/2014/main" id="{27561E6F-5123-061B-5DF0-803A84B057E6}"/>
              </a:ext>
            </a:extLst>
          </p:cNvPr>
          <p:cNvCxnSpPr>
            <a:cxnSpLocks/>
          </p:cNvCxnSpPr>
          <p:nvPr userDrawn="1"/>
        </p:nvCxnSpPr>
        <p:spPr>
          <a:xfrm>
            <a:off x="591650" y="4644368"/>
            <a:ext cx="0" cy="6156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48F00A8-1F1B-BC05-D96A-C6861F1D7E7A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972074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B0F993B-D3C1-E9B9-9221-B1202E9AABB9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208226" y="3501036"/>
            <a:ext cx="5396400" cy="18835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r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AB58AFB5-5E41-DB71-0A4D-118666170C1D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6208866" y="5658247"/>
            <a:ext cx="5395759" cy="615553"/>
          </a:xfrm>
        </p:spPr>
        <p:txBody>
          <a:bodyPr wrap="square" lIns="0" tIns="0" rIns="144000" bIns="0" anchor="ctr" anchorCtr="0">
            <a:noAutofit/>
          </a:bodyPr>
          <a:lstStyle>
            <a:lvl1pPr marL="0" indent="0" algn="r">
              <a:spcBef>
                <a:spcPts val="600"/>
              </a:spcBef>
              <a:buNone/>
              <a:defRPr sz="2000" spc="0" baseline="0">
                <a:ln>
                  <a:noFill/>
                </a:ln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">
            <a:extLst>
              <a:ext uri="{FF2B5EF4-FFF2-40B4-BE49-F238E27FC236}">
                <a16:creationId xmlns:a16="http://schemas.microsoft.com/office/drawing/2014/main" id="{27561E6F-5123-061B-5DF0-803A84B057E6}"/>
              </a:ext>
            </a:extLst>
          </p:cNvPr>
          <p:cNvCxnSpPr>
            <a:cxnSpLocks/>
          </p:cNvCxnSpPr>
          <p:nvPr userDrawn="1"/>
        </p:nvCxnSpPr>
        <p:spPr>
          <a:xfrm>
            <a:off x="11604625" y="5658200"/>
            <a:ext cx="0" cy="6156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F8C0DE90-7C6F-DC35-8428-DFC18013C36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6737" y="1304924"/>
            <a:ext cx="5400673" cy="5553075"/>
          </a:xfrm>
          <a:prstGeom prst="round2SameRect">
            <a:avLst>
              <a:gd name="adj1" fmla="val 1145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826744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3E9ACA3-5F88-9493-CCBC-484295B6E4FC}"/>
              </a:ext>
            </a:extLst>
          </p:cNvPr>
          <p:cNvSpPr/>
          <p:nvPr userDrawn="1"/>
        </p:nvSpPr>
        <p:spPr>
          <a:xfrm rot="16200000">
            <a:off x="-21125" y="1465494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208226" y="2487204"/>
            <a:ext cx="5396400" cy="18835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AB58AFB5-5E41-DB71-0A4D-118666170C1D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6208866" y="4644415"/>
            <a:ext cx="5395759" cy="615553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">
            <a:extLst>
              <a:ext uri="{FF2B5EF4-FFF2-40B4-BE49-F238E27FC236}">
                <a16:creationId xmlns:a16="http://schemas.microsoft.com/office/drawing/2014/main" id="{27561E6F-5123-061B-5DF0-803A84B057E6}"/>
              </a:ext>
            </a:extLst>
          </p:cNvPr>
          <p:cNvCxnSpPr>
            <a:cxnSpLocks/>
          </p:cNvCxnSpPr>
          <p:nvPr userDrawn="1"/>
        </p:nvCxnSpPr>
        <p:spPr>
          <a:xfrm>
            <a:off x="6208225" y="4644368"/>
            <a:ext cx="0" cy="6156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778460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6FB9293-E1F8-8E71-C731-C33262080C49}"/>
              </a:ext>
            </a:extLst>
          </p:cNvPr>
          <p:cNvSpPr/>
          <p:nvPr userDrawn="1"/>
        </p:nvSpPr>
        <p:spPr>
          <a:xfrm>
            <a:off x="0" y="0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CB1DD3-4E9D-8D8E-5FF8-A478D182E4D5}"/>
              </a:ext>
            </a:extLst>
          </p:cNvPr>
          <p:cNvSpPr/>
          <p:nvPr userDrawn="1"/>
        </p:nvSpPr>
        <p:spPr>
          <a:xfrm>
            <a:off x="6203950" y="2529095"/>
            <a:ext cx="5987409" cy="4328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6204591" y="2529096"/>
            <a:ext cx="5395759" cy="598589"/>
          </a:xfrm>
        </p:spPr>
        <p:txBody>
          <a:bodyPr wrap="square" lIns="21600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03950" y="1335436"/>
            <a:ext cx="5395759" cy="627864"/>
          </a:xfrm>
          <a:prstGeom prst="rect">
            <a:avLst/>
          </a:prstGeom>
        </p:spPr>
        <p:txBody>
          <a:bodyPr vert="horz" wrap="square" lIns="21600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5" name="Description Placeholder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6204591" y="3123875"/>
            <a:ext cx="5395759" cy="513438"/>
          </a:xfrm>
        </p:spPr>
        <p:txBody>
          <a:bodyPr lIns="216000" tIns="144000" rIns="0" bIns="14400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6419950" y="3127685"/>
            <a:ext cx="518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1FA25-44AC-A36C-DC93-5B238894BDE6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6204591" y="3662078"/>
            <a:ext cx="5395759" cy="2611722"/>
          </a:xfrm>
        </p:spPr>
        <p:txBody>
          <a:bodyPr lIns="21600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styles!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3CF2132-6B04-6D2A-3927-37A18589420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1650" y="1304925"/>
            <a:ext cx="5395758" cy="4968874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111268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A8E9608-D02D-1C0B-E7BB-95FF17CB0BF2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5310990"/>
            <a:ext cx="35244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Description Placeholder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2"/>
            </p:custDataLst>
          </p:nvPr>
        </p:nvSpPr>
        <p:spPr>
          <a:xfrm>
            <a:off x="591650" y="5905769"/>
            <a:ext cx="35244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587375" y="5909579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3CF2132-6B04-6D2A-3927-37A18589420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87375" y="2164224"/>
            <a:ext cx="3524738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91650" y="1313707"/>
            <a:ext cx="5395759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4C618095-E81F-9F84-3F16-3DA746F77B1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334975" y="2164224"/>
            <a:ext cx="3524738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EAEF96D1-969A-6A5A-E731-FCAA5CE6972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8082575" y="2164224"/>
            <a:ext cx="3524738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AEA1C9B3-88C7-3B0F-390A-D0EEBDF90448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5"/>
            </p:custDataLst>
          </p:nvPr>
        </p:nvSpPr>
        <p:spPr>
          <a:xfrm>
            <a:off x="4334975" y="5310231"/>
            <a:ext cx="35244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Description Placeholder">
            <a:extLst>
              <a:ext uri="{FF2B5EF4-FFF2-40B4-BE49-F238E27FC236}">
                <a16:creationId xmlns:a16="http://schemas.microsoft.com/office/drawing/2014/main" id="{C5381815-43BD-3213-AD6F-739525E6C136}"/>
              </a:ext>
            </a:extLst>
          </p:cNvPr>
          <p:cNvSpPr>
            <a:spLocks noGrp="1"/>
          </p:cNvSpPr>
          <p:nvPr>
            <p:ph type="body" idx="32"/>
            <p:custDataLst>
              <p:tags r:id="rId6"/>
            </p:custDataLst>
          </p:nvPr>
        </p:nvSpPr>
        <p:spPr>
          <a:xfrm>
            <a:off x="4334975" y="5905010"/>
            <a:ext cx="35244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83D173-0551-EACB-AD0A-9833D7AB7A9E}"/>
              </a:ext>
            </a:extLst>
          </p:cNvPr>
          <p:cNvCxnSpPr>
            <a:cxnSpLocks/>
          </p:cNvCxnSpPr>
          <p:nvPr userDrawn="1"/>
        </p:nvCxnSpPr>
        <p:spPr>
          <a:xfrm>
            <a:off x="4334975" y="5908820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ubtitle Placeholder">
            <a:extLst>
              <a:ext uri="{FF2B5EF4-FFF2-40B4-BE49-F238E27FC236}">
                <a16:creationId xmlns:a16="http://schemas.microsoft.com/office/drawing/2014/main" id="{2257A3E1-20C0-B3E9-A2F2-2A4ACBA9F1F8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7"/>
            </p:custDataLst>
          </p:nvPr>
        </p:nvSpPr>
        <p:spPr>
          <a:xfrm>
            <a:off x="8082913" y="5310231"/>
            <a:ext cx="35244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Description Placeholder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  <p:custDataLst>
              <p:tags r:id="rId8"/>
            </p:custDataLst>
          </p:nvPr>
        </p:nvSpPr>
        <p:spPr>
          <a:xfrm>
            <a:off x="8082913" y="5905010"/>
            <a:ext cx="35244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1" name="Straight Connector">
            <a:extLst>
              <a:ext uri="{FF2B5EF4-FFF2-40B4-BE49-F238E27FC236}">
                <a16:creationId xmlns:a16="http://schemas.microsoft.com/office/drawing/2014/main" id="{F92E13FA-CACE-E780-DC8D-09B9DA9A94D0}"/>
              </a:ext>
            </a:extLst>
          </p:cNvPr>
          <p:cNvCxnSpPr>
            <a:cxnSpLocks/>
          </p:cNvCxnSpPr>
          <p:nvPr userDrawn="1"/>
        </p:nvCxnSpPr>
        <p:spPr>
          <a:xfrm>
            <a:off x="8082913" y="5908820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74985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A8E9608-D02D-1C0B-E7BB-95FF17CB0BF2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5310231"/>
            <a:ext cx="25920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Description Placeholder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2"/>
            </p:custDataLst>
          </p:nvPr>
        </p:nvSpPr>
        <p:spPr>
          <a:xfrm>
            <a:off x="591650" y="5905769"/>
            <a:ext cx="2592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587375" y="5909579"/>
            <a:ext cx="25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3CF2132-6B04-6D2A-3927-37A18589420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87375" y="2164224"/>
            <a:ext cx="2592388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91650" y="1313707"/>
            <a:ext cx="5395759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4C618095-E81F-9F84-3F16-3DA746F77B1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409007" y="2164224"/>
            <a:ext cx="2592000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EAEF96D1-969A-6A5A-E731-FCAA5CE6972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230639" y="2164224"/>
            <a:ext cx="2592000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AEA1C9B3-88C7-3B0F-390A-D0EEBDF90448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5"/>
            </p:custDataLst>
          </p:nvPr>
        </p:nvSpPr>
        <p:spPr>
          <a:xfrm>
            <a:off x="3409007" y="5310231"/>
            <a:ext cx="25920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Description Placeholder">
            <a:extLst>
              <a:ext uri="{FF2B5EF4-FFF2-40B4-BE49-F238E27FC236}">
                <a16:creationId xmlns:a16="http://schemas.microsoft.com/office/drawing/2014/main" id="{C5381815-43BD-3213-AD6F-739525E6C136}"/>
              </a:ext>
            </a:extLst>
          </p:cNvPr>
          <p:cNvSpPr>
            <a:spLocks noGrp="1"/>
          </p:cNvSpPr>
          <p:nvPr>
            <p:ph type="body" idx="32"/>
            <p:custDataLst>
              <p:tags r:id="rId6"/>
            </p:custDataLst>
          </p:nvPr>
        </p:nvSpPr>
        <p:spPr>
          <a:xfrm>
            <a:off x="3409007" y="5905010"/>
            <a:ext cx="2592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83D173-0551-EACB-AD0A-9833D7AB7A9E}"/>
              </a:ext>
            </a:extLst>
          </p:cNvPr>
          <p:cNvCxnSpPr>
            <a:cxnSpLocks/>
          </p:cNvCxnSpPr>
          <p:nvPr userDrawn="1"/>
        </p:nvCxnSpPr>
        <p:spPr>
          <a:xfrm>
            <a:off x="3409007" y="5908820"/>
            <a:ext cx="25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ubtitle Placeholder">
            <a:extLst>
              <a:ext uri="{FF2B5EF4-FFF2-40B4-BE49-F238E27FC236}">
                <a16:creationId xmlns:a16="http://schemas.microsoft.com/office/drawing/2014/main" id="{2257A3E1-20C0-B3E9-A2F2-2A4ACBA9F1F8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7"/>
            </p:custDataLst>
          </p:nvPr>
        </p:nvSpPr>
        <p:spPr>
          <a:xfrm>
            <a:off x="6230977" y="5310231"/>
            <a:ext cx="25920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Description Placeholder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  <p:custDataLst>
              <p:tags r:id="rId8"/>
            </p:custDataLst>
          </p:nvPr>
        </p:nvSpPr>
        <p:spPr>
          <a:xfrm>
            <a:off x="6230977" y="5905010"/>
            <a:ext cx="2592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1" name="Straight Connector">
            <a:extLst>
              <a:ext uri="{FF2B5EF4-FFF2-40B4-BE49-F238E27FC236}">
                <a16:creationId xmlns:a16="http://schemas.microsoft.com/office/drawing/2014/main" id="{F92E13FA-CACE-E780-DC8D-09B9DA9A94D0}"/>
              </a:ext>
            </a:extLst>
          </p:cNvPr>
          <p:cNvCxnSpPr>
            <a:cxnSpLocks/>
          </p:cNvCxnSpPr>
          <p:nvPr userDrawn="1"/>
        </p:nvCxnSpPr>
        <p:spPr>
          <a:xfrm>
            <a:off x="6230977" y="5908820"/>
            <a:ext cx="25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A3C813A8-5A44-CC94-FB22-4A605520C819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012625" y="2164224"/>
            <a:ext cx="2592000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341C1A8E-044A-C526-3CC4-DC286C56839D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9"/>
            </p:custDataLst>
          </p:nvPr>
        </p:nvSpPr>
        <p:spPr>
          <a:xfrm>
            <a:off x="9012963" y="5310231"/>
            <a:ext cx="25920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4" name="Description Placeholder">
            <a:extLst>
              <a:ext uri="{FF2B5EF4-FFF2-40B4-BE49-F238E27FC236}">
                <a16:creationId xmlns:a16="http://schemas.microsoft.com/office/drawing/2014/main" id="{A0060A88-E886-7DFF-2671-90C665DB4E6B}"/>
              </a:ext>
            </a:extLst>
          </p:cNvPr>
          <p:cNvSpPr>
            <a:spLocks noGrp="1"/>
          </p:cNvSpPr>
          <p:nvPr>
            <p:ph type="body" idx="37"/>
            <p:custDataLst>
              <p:tags r:id="rId10"/>
            </p:custDataLst>
          </p:nvPr>
        </p:nvSpPr>
        <p:spPr>
          <a:xfrm>
            <a:off x="9012963" y="5905769"/>
            <a:ext cx="2592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2" name="Straight Connector">
            <a:extLst>
              <a:ext uri="{FF2B5EF4-FFF2-40B4-BE49-F238E27FC236}">
                <a16:creationId xmlns:a16="http://schemas.microsoft.com/office/drawing/2014/main" id="{69D1795D-DCE4-59BE-DE0A-0B7EA262081A}"/>
              </a:ext>
            </a:extLst>
          </p:cNvPr>
          <p:cNvCxnSpPr>
            <a:cxnSpLocks/>
          </p:cNvCxnSpPr>
          <p:nvPr userDrawn="1"/>
        </p:nvCxnSpPr>
        <p:spPr>
          <a:xfrm>
            <a:off x="9012963" y="5909579"/>
            <a:ext cx="25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284386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19CE631-CCF9-CBF0-C470-B0587AF1DB4E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5310231"/>
            <a:ext cx="35280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Description Placeholder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2"/>
            </p:custDataLst>
          </p:nvPr>
        </p:nvSpPr>
        <p:spPr>
          <a:xfrm>
            <a:off x="591650" y="5905769"/>
            <a:ext cx="352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587375" y="5909579"/>
            <a:ext cx="352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3CF2132-6B04-6D2A-3927-37A18589420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87374" y="2164224"/>
            <a:ext cx="3529013" cy="2924432"/>
          </a:xfrm>
          <a:prstGeom prst="roundRect">
            <a:avLst>
              <a:gd name="adj" fmla="val 6446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91651" y="1313707"/>
            <a:ext cx="3524738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ru-RU" dirty="0"/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4C618095-E81F-9F84-3F16-3DA746F77B1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332288" y="3789680"/>
            <a:ext cx="2268000" cy="1563136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EAEF96D1-969A-6A5A-E731-FCAA5CE6972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834456" y="3789680"/>
            <a:ext cx="2268000" cy="1563136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AEA1C9B3-88C7-3B0F-390A-D0EEBDF90448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5"/>
            </p:custDataLst>
          </p:nvPr>
        </p:nvSpPr>
        <p:spPr>
          <a:xfrm>
            <a:off x="4332288" y="5382935"/>
            <a:ext cx="2268000" cy="525886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Description Placeholder">
            <a:extLst>
              <a:ext uri="{FF2B5EF4-FFF2-40B4-BE49-F238E27FC236}">
                <a16:creationId xmlns:a16="http://schemas.microsoft.com/office/drawing/2014/main" id="{C5381815-43BD-3213-AD6F-739525E6C136}"/>
              </a:ext>
            </a:extLst>
          </p:cNvPr>
          <p:cNvSpPr>
            <a:spLocks noGrp="1"/>
          </p:cNvSpPr>
          <p:nvPr>
            <p:ph type="body" idx="32"/>
            <p:custDataLst>
              <p:tags r:id="rId6"/>
            </p:custDataLst>
          </p:nvPr>
        </p:nvSpPr>
        <p:spPr>
          <a:xfrm>
            <a:off x="4332288" y="5905010"/>
            <a:ext cx="226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83D173-0551-EACB-AD0A-9833D7AB7A9E}"/>
              </a:ext>
            </a:extLst>
          </p:cNvPr>
          <p:cNvCxnSpPr>
            <a:cxnSpLocks/>
          </p:cNvCxnSpPr>
          <p:nvPr userDrawn="1"/>
        </p:nvCxnSpPr>
        <p:spPr>
          <a:xfrm>
            <a:off x="4332288" y="5908820"/>
            <a:ext cx="22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ubtitle Placeholder">
            <a:extLst>
              <a:ext uri="{FF2B5EF4-FFF2-40B4-BE49-F238E27FC236}">
                <a16:creationId xmlns:a16="http://schemas.microsoft.com/office/drawing/2014/main" id="{2257A3E1-20C0-B3E9-A2F2-2A4ACBA9F1F8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7"/>
            </p:custDataLst>
          </p:nvPr>
        </p:nvSpPr>
        <p:spPr>
          <a:xfrm>
            <a:off x="6834456" y="5382935"/>
            <a:ext cx="2268000" cy="525886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Description Placeholder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  <p:custDataLst>
              <p:tags r:id="rId8"/>
            </p:custDataLst>
          </p:nvPr>
        </p:nvSpPr>
        <p:spPr>
          <a:xfrm>
            <a:off x="6834456" y="5905010"/>
            <a:ext cx="226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21" name="Straight Connector">
            <a:extLst>
              <a:ext uri="{FF2B5EF4-FFF2-40B4-BE49-F238E27FC236}">
                <a16:creationId xmlns:a16="http://schemas.microsoft.com/office/drawing/2014/main" id="{F92E13FA-CACE-E780-DC8D-09B9DA9A94D0}"/>
              </a:ext>
            </a:extLst>
          </p:cNvPr>
          <p:cNvCxnSpPr>
            <a:cxnSpLocks/>
          </p:cNvCxnSpPr>
          <p:nvPr userDrawn="1"/>
        </p:nvCxnSpPr>
        <p:spPr>
          <a:xfrm>
            <a:off x="6834456" y="5908820"/>
            <a:ext cx="22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A3C813A8-5A44-CC94-FB22-4A605520C819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336625" y="3789680"/>
            <a:ext cx="2268000" cy="1563136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341C1A8E-044A-C526-3CC4-DC286C56839D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9"/>
            </p:custDataLst>
          </p:nvPr>
        </p:nvSpPr>
        <p:spPr>
          <a:xfrm>
            <a:off x="9336625" y="5382935"/>
            <a:ext cx="2268000" cy="525886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4" name="Description Placeholder">
            <a:extLst>
              <a:ext uri="{FF2B5EF4-FFF2-40B4-BE49-F238E27FC236}">
                <a16:creationId xmlns:a16="http://schemas.microsoft.com/office/drawing/2014/main" id="{A0060A88-E886-7DFF-2671-90C665DB4E6B}"/>
              </a:ext>
            </a:extLst>
          </p:cNvPr>
          <p:cNvSpPr>
            <a:spLocks noGrp="1"/>
          </p:cNvSpPr>
          <p:nvPr>
            <p:ph type="body" idx="37"/>
            <p:custDataLst>
              <p:tags r:id="rId10"/>
            </p:custDataLst>
          </p:nvPr>
        </p:nvSpPr>
        <p:spPr>
          <a:xfrm>
            <a:off x="9336625" y="5905769"/>
            <a:ext cx="226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22" name="Straight Connector">
            <a:extLst>
              <a:ext uri="{FF2B5EF4-FFF2-40B4-BE49-F238E27FC236}">
                <a16:creationId xmlns:a16="http://schemas.microsoft.com/office/drawing/2014/main" id="{69D1795D-DCE4-59BE-DE0A-0B7EA262081A}"/>
              </a:ext>
            </a:extLst>
          </p:cNvPr>
          <p:cNvCxnSpPr>
            <a:cxnSpLocks/>
          </p:cNvCxnSpPr>
          <p:nvPr userDrawn="1"/>
        </p:nvCxnSpPr>
        <p:spPr>
          <a:xfrm>
            <a:off x="9336625" y="5909579"/>
            <a:ext cx="22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icture Placeholder 14">
            <a:extLst>
              <a:ext uri="{FF2B5EF4-FFF2-40B4-BE49-F238E27FC236}">
                <a16:creationId xmlns:a16="http://schemas.microsoft.com/office/drawing/2014/main" id="{AE2C1252-883B-C644-20B7-AC107AADB349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332288" y="995680"/>
            <a:ext cx="2268000" cy="1563136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36" name="Picture Placeholder 14">
            <a:extLst>
              <a:ext uri="{FF2B5EF4-FFF2-40B4-BE49-F238E27FC236}">
                <a16:creationId xmlns:a16="http://schemas.microsoft.com/office/drawing/2014/main" id="{71E93CFA-36F6-7C79-E52C-A56A43D9AFF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834456" y="995680"/>
            <a:ext cx="2268000" cy="1563136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37" name="Subtitle Placeholder">
            <a:extLst>
              <a:ext uri="{FF2B5EF4-FFF2-40B4-BE49-F238E27FC236}">
                <a16:creationId xmlns:a16="http://schemas.microsoft.com/office/drawing/2014/main" id="{7EFE23E2-FE85-B0C7-0245-4A2FC440FFA8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11"/>
            </p:custDataLst>
          </p:nvPr>
        </p:nvSpPr>
        <p:spPr>
          <a:xfrm>
            <a:off x="4332288" y="2588935"/>
            <a:ext cx="2268000" cy="525886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8" name="Description Placeholder">
            <a:extLst>
              <a:ext uri="{FF2B5EF4-FFF2-40B4-BE49-F238E27FC236}">
                <a16:creationId xmlns:a16="http://schemas.microsoft.com/office/drawing/2014/main" id="{52E647FD-5ADF-9734-F003-270139853F2D}"/>
              </a:ext>
            </a:extLst>
          </p:cNvPr>
          <p:cNvSpPr>
            <a:spLocks noGrp="1"/>
          </p:cNvSpPr>
          <p:nvPr>
            <p:ph type="body" idx="41"/>
            <p:custDataLst>
              <p:tags r:id="rId12"/>
            </p:custDataLst>
          </p:nvPr>
        </p:nvSpPr>
        <p:spPr>
          <a:xfrm>
            <a:off x="4332288" y="3111010"/>
            <a:ext cx="226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39" name="Straight Connector">
            <a:extLst>
              <a:ext uri="{FF2B5EF4-FFF2-40B4-BE49-F238E27FC236}">
                <a16:creationId xmlns:a16="http://schemas.microsoft.com/office/drawing/2014/main" id="{312548A5-DE94-4A3D-8C7F-324CF2A433EB}"/>
              </a:ext>
            </a:extLst>
          </p:cNvPr>
          <p:cNvCxnSpPr>
            <a:cxnSpLocks/>
          </p:cNvCxnSpPr>
          <p:nvPr userDrawn="1"/>
        </p:nvCxnSpPr>
        <p:spPr>
          <a:xfrm>
            <a:off x="4332288" y="3114820"/>
            <a:ext cx="22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Subtitle Placeholder">
            <a:extLst>
              <a:ext uri="{FF2B5EF4-FFF2-40B4-BE49-F238E27FC236}">
                <a16:creationId xmlns:a16="http://schemas.microsoft.com/office/drawing/2014/main" id="{4EC76E1F-10C6-EB87-1789-3A6D1F7C316E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13"/>
            </p:custDataLst>
          </p:nvPr>
        </p:nvSpPr>
        <p:spPr>
          <a:xfrm>
            <a:off x="6834456" y="2588935"/>
            <a:ext cx="2268000" cy="525886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1" name="Description Placeholder">
            <a:extLst>
              <a:ext uri="{FF2B5EF4-FFF2-40B4-BE49-F238E27FC236}">
                <a16:creationId xmlns:a16="http://schemas.microsoft.com/office/drawing/2014/main" id="{1FF90B5F-0899-37CD-C5BF-7EA04ECAE7A3}"/>
              </a:ext>
            </a:extLst>
          </p:cNvPr>
          <p:cNvSpPr>
            <a:spLocks noGrp="1"/>
          </p:cNvSpPr>
          <p:nvPr>
            <p:ph type="body" idx="43"/>
            <p:custDataLst>
              <p:tags r:id="rId14"/>
            </p:custDataLst>
          </p:nvPr>
        </p:nvSpPr>
        <p:spPr>
          <a:xfrm>
            <a:off x="6834456" y="3111010"/>
            <a:ext cx="226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42" name="Straight Connector">
            <a:extLst>
              <a:ext uri="{FF2B5EF4-FFF2-40B4-BE49-F238E27FC236}">
                <a16:creationId xmlns:a16="http://schemas.microsoft.com/office/drawing/2014/main" id="{1FAB1A88-4048-E680-6D84-F76C447220B7}"/>
              </a:ext>
            </a:extLst>
          </p:cNvPr>
          <p:cNvCxnSpPr>
            <a:cxnSpLocks/>
          </p:cNvCxnSpPr>
          <p:nvPr userDrawn="1"/>
        </p:nvCxnSpPr>
        <p:spPr>
          <a:xfrm>
            <a:off x="6834456" y="3114820"/>
            <a:ext cx="22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Picture Placeholder 14">
            <a:extLst>
              <a:ext uri="{FF2B5EF4-FFF2-40B4-BE49-F238E27FC236}">
                <a16:creationId xmlns:a16="http://schemas.microsoft.com/office/drawing/2014/main" id="{ABCA63E7-675D-4115-FB80-069CACC217D0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9336625" y="995680"/>
            <a:ext cx="2268000" cy="1563136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44" name="Subtitle Placeholder">
            <a:extLst>
              <a:ext uri="{FF2B5EF4-FFF2-40B4-BE49-F238E27FC236}">
                <a16:creationId xmlns:a16="http://schemas.microsoft.com/office/drawing/2014/main" id="{B75FD523-EF15-DF39-FA15-A8A5EFD76ACD}"/>
              </a:ext>
            </a:extLst>
          </p:cNvPr>
          <p:cNvSpPr>
            <a:spLocks noGrp="1"/>
          </p:cNvSpPr>
          <p:nvPr>
            <p:ph type="body" idx="45" hasCustomPrompt="1"/>
            <p:custDataLst>
              <p:tags r:id="rId15"/>
            </p:custDataLst>
          </p:nvPr>
        </p:nvSpPr>
        <p:spPr>
          <a:xfrm>
            <a:off x="9336625" y="2588935"/>
            <a:ext cx="2268000" cy="525886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5" name="Description Placeholder">
            <a:extLst>
              <a:ext uri="{FF2B5EF4-FFF2-40B4-BE49-F238E27FC236}">
                <a16:creationId xmlns:a16="http://schemas.microsoft.com/office/drawing/2014/main" id="{E47F6469-D121-358B-A22B-69F8239BBB0F}"/>
              </a:ext>
            </a:extLst>
          </p:cNvPr>
          <p:cNvSpPr>
            <a:spLocks noGrp="1"/>
          </p:cNvSpPr>
          <p:nvPr>
            <p:ph type="body" idx="46"/>
            <p:custDataLst>
              <p:tags r:id="rId16"/>
            </p:custDataLst>
          </p:nvPr>
        </p:nvSpPr>
        <p:spPr>
          <a:xfrm>
            <a:off x="9336625" y="3111769"/>
            <a:ext cx="226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46" name="Straight Connector">
            <a:extLst>
              <a:ext uri="{FF2B5EF4-FFF2-40B4-BE49-F238E27FC236}">
                <a16:creationId xmlns:a16="http://schemas.microsoft.com/office/drawing/2014/main" id="{1C771BFB-F306-8D17-9E15-47E57931FA73}"/>
              </a:ext>
            </a:extLst>
          </p:cNvPr>
          <p:cNvCxnSpPr>
            <a:cxnSpLocks/>
          </p:cNvCxnSpPr>
          <p:nvPr userDrawn="1"/>
        </p:nvCxnSpPr>
        <p:spPr>
          <a:xfrm>
            <a:off x="9336625" y="3115579"/>
            <a:ext cx="22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23243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08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7F1B061-678A-7A8E-4423-26E2BF399674}"/>
              </a:ext>
            </a:extLst>
          </p:cNvPr>
          <p:cNvSpPr/>
          <p:nvPr userDrawn="1"/>
        </p:nvSpPr>
        <p:spPr>
          <a:xfrm rot="5400000">
            <a:off x="0" y="4748990"/>
            <a:ext cx="2109010" cy="2109010"/>
          </a:xfrm>
          <a:custGeom>
            <a:avLst/>
            <a:gdLst>
              <a:gd name="connsiteX0" fmla="*/ 2109010 w 2109010"/>
              <a:gd name="connsiteY0" fmla="*/ 0 h 2109010"/>
              <a:gd name="connsiteX1" fmla="*/ 2109010 w 2109010"/>
              <a:gd name="connsiteY1" fmla="*/ 765782 h 2109010"/>
              <a:gd name="connsiteX2" fmla="*/ 2109009 w 2109010"/>
              <a:gd name="connsiteY2" fmla="*/ 765782 h 2109010"/>
              <a:gd name="connsiteX3" fmla="*/ 765781 w 2109010"/>
              <a:gd name="connsiteY3" fmla="*/ 2109010 h 2109010"/>
              <a:gd name="connsiteX4" fmla="*/ 0 w 2109010"/>
              <a:gd name="connsiteY4" fmla="*/ 2109010 h 2109010"/>
              <a:gd name="connsiteX5" fmla="*/ 210901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2109010" y="0"/>
                </a:moveTo>
                <a:lnTo>
                  <a:pt x="2109010" y="765782"/>
                </a:lnTo>
                <a:lnTo>
                  <a:pt x="2109009" y="765782"/>
                </a:lnTo>
                <a:cubicBezTo>
                  <a:pt x="1367165" y="765782"/>
                  <a:pt x="765781" y="1367166"/>
                  <a:pt x="765781" y="2109010"/>
                </a:cubicBezTo>
                <a:lnTo>
                  <a:pt x="0" y="2109010"/>
                </a:ln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1" y="1313707"/>
            <a:ext cx="3524738" cy="313932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3" name="Объект 11">
            <a:extLst>
              <a:ext uri="{FF2B5EF4-FFF2-40B4-BE49-F238E27FC236}">
                <a16:creationId xmlns:a16="http://schemas.microsoft.com/office/drawing/2014/main" id="{0201EADE-ABF0-D899-6A5A-208D0B3F5316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4332287" y="1304925"/>
            <a:ext cx="7257097" cy="4968256"/>
          </a:xfrm>
        </p:spPr>
        <p:txBody>
          <a:bodyPr/>
          <a:lstStyle>
            <a:lvl1pPr marL="228600" indent="-228600">
              <a:lnSpc>
                <a:spcPct val="120000"/>
              </a:lnSpc>
              <a:spcAft>
                <a:spcPts val="1000"/>
              </a:spcAft>
              <a:buClr>
                <a:schemeClr val="accent1"/>
              </a:buClr>
              <a:buSzPct val="140000"/>
              <a:buFont typeface="Wingdings" panose="05000000000000000000" pitchFamily="2" charset="2"/>
              <a:buChar char="§"/>
              <a:defRPr sz="1350">
                <a:solidFill>
                  <a:schemeClr val="tx1"/>
                </a:solidFill>
                <a:latin typeface="+mn-lt"/>
              </a:defRPr>
            </a:lvl1pPr>
            <a:lvl2pPr marL="685800" indent="-228600">
              <a:lnSpc>
                <a:spcPct val="120000"/>
              </a:lnSpc>
              <a:spcAft>
                <a:spcPts val="1000"/>
              </a:spcAft>
              <a:buClr>
                <a:schemeClr val="accent1"/>
              </a:buClr>
              <a:buSzPct val="140000"/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  <a:latin typeface="+mn-lt"/>
              </a:defRPr>
            </a:lvl2pPr>
            <a:lvl3pPr marL="1143000" indent="-228600">
              <a:lnSpc>
                <a:spcPct val="120000"/>
              </a:lnSpc>
              <a:spcAft>
                <a:spcPts val="1000"/>
              </a:spcAft>
              <a:buClr>
                <a:schemeClr val="accent1"/>
              </a:buClr>
              <a:buSzPct val="140000"/>
              <a:buFont typeface="Wingdings" panose="05000000000000000000" pitchFamily="2" charset="2"/>
              <a:buChar char="§"/>
              <a:defRPr sz="1000">
                <a:solidFill>
                  <a:schemeClr val="tx1"/>
                </a:solidFill>
                <a:latin typeface="+mn-lt"/>
              </a:defRPr>
            </a:lvl3pPr>
            <a:lvl4pPr>
              <a:buClr>
                <a:schemeClr val="accent1"/>
              </a:buClr>
              <a:buSzPct val="120000"/>
              <a:defRPr sz="1000"/>
            </a:lvl4pPr>
            <a:lvl5pPr>
              <a:buClr>
                <a:schemeClr val="accent1"/>
              </a:buClr>
              <a:buSzPct val="120000"/>
              <a:defRPr/>
            </a:lvl5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  <a:p>
            <a:pPr lvl="1"/>
            <a:r>
              <a:rPr lang="en-US" dirty="0"/>
              <a:t>Click to edit Master text</a:t>
            </a:r>
            <a:endParaRPr lang="ru-RU" dirty="0"/>
          </a:p>
          <a:p>
            <a:pPr lvl="2"/>
            <a:r>
              <a:rPr lang="en-US" dirty="0"/>
              <a:t>Click to edit Master text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94709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S09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931A4FE-CF2B-5A83-EDB7-1CB3FE750B81}"/>
              </a:ext>
            </a:extLst>
          </p:cNvPr>
          <p:cNvSpPr/>
          <p:nvPr userDrawn="1"/>
        </p:nvSpPr>
        <p:spPr>
          <a:xfrm>
            <a:off x="0" y="0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4332288" y="2789469"/>
            <a:ext cx="7859712" cy="105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4332287" y="2789469"/>
            <a:ext cx="7268061" cy="1051772"/>
          </a:xfrm>
        </p:spPr>
        <p:txBody>
          <a:bodyPr wrap="square" lIns="216000" tIns="216000" rIns="0" bIns="21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2789469"/>
            <a:ext cx="3524737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4332287" y="3840669"/>
            <a:ext cx="7268060" cy="2435127"/>
          </a:xfrm>
        </p:spPr>
        <p:txBody>
          <a:bodyPr lIns="216000" tIns="216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5602538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Size S10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B6F9CFD-DF1F-4F59-20F6-FBA0B3288A34}"/>
              </a:ext>
            </a:extLst>
          </p:cNvPr>
          <p:cNvSpPr/>
          <p:nvPr userDrawn="1"/>
        </p:nvSpPr>
        <p:spPr>
          <a:xfrm>
            <a:off x="10082990" y="4748990"/>
            <a:ext cx="2109010" cy="2109010"/>
          </a:xfrm>
          <a:custGeom>
            <a:avLst/>
            <a:gdLst>
              <a:gd name="connsiteX0" fmla="*/ 2109010 w 2109010"/>
              <a:gd name="connsiteY0" fmla="*/ 0 h 2109010"/>
              <a:gd name="connsiteX1" fmla="*/ 2109010 w 2109010"/>
              <a:gd name="connsiteY1" fmla="*/ 765782 h 2109010"/>
              <a:gd name="connsiteX2" fmla="*/ 2109009 w 2109010"/>
              <a:gd name="connsiteY2" fmla="*/ 765782 h 2109010"/>
              <a:gd name="connsiteX3" fmla="*/ 765781 w 2109010"/>
              <a:gd name="connsiteY3" fmla="*/ 2109010 h 2109010"/>
              <a:gd name="connsiteX4" fmla="*/ 0 w 2109010"/>
              <a:gd name="connsiteY4" fmla="*/ 2109010 h 2109010"/>
              <a:gd name="connsiteX5" fmla="*/ 210901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2109010" y="0"/>
                </a:moveTo>
                <a:lnTo>
                  <a:pt x="2109010" y="765782"/>
                </a:lnTo>
                <a:lnTo>
                  <a:pt x="2109009" y="765782"/>
                </a:lnTo>
                <a:cubicBezTo>
                  <a:pt x="1367165" y="765782"/>
                  <a:pt x="765781" y="1367166"/>
                  <a:pt x="765781" y="2109010"/>
                </a:cubicBezTo>
                <a:lnTo>
                  <a:pt x="0" y="2109010"/>
                </a:ln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1618F2-D425-FDEB-D6DD-E5FF2B4F305E}"/>
              </a:ext>
            </a:extLst>
          </p:cNvPr>
          <p:cNvSpPr/>
          <p:nvPr userDrawn="1"/>
        </p:nvSpPr>
        <p:spPr>
          <a:xfrm>
            <a:off x="587375" y="2443677"/>
            <a:ext cx="3524400" cy="16596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8A5191-1DA4-77E3-0C28-2982E54C89F8}"/>
              </a:ext>
            </a:extLst>
          </p:cNvPr>
          <p:cNvSpPr/>
          <p:nvPr userDrawn="1"/>
        </p:nvSpPr>
        <p:spPr>
          <a:xfrm>
            <a:off x="4334975" y="2443677"/>
            <a:ext cx="3524400" cy="16596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DF8965-2EC1-19FE-7CAD-33F73DA088E0}"/>
              </a:ext>
            </a:extLst>
          </p:cNvPr>
          <p:cNvSpPr/>
          <p:nvPr userDrawn="1"/>
        </p:nvSpPr>
        <p:spPr>
          <a:xfrm>
            <a:off x="8082575" y="2443677"/>
            <a:ext cx="3524400" cy="16596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4325666"/>
            <a:ext cx="35244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2"/>
            </p:custDataLst>
          </p:nvPr>
        </p:nvSpPr>
        <p:spPr>
          <a:xfrm>
            <a:off x="591650" y="4920445"/>
            <a:ext cx="3524400" cy="1365227"/>
          </a:xfrm>
        </p:spPr>
        <p:txBody>
          <a:bodyPr lIns="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587375" y="4924255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16" name="Subtitle Placeholder 2">
            <a:extLst>
              <a:ext uri="{FF2B5EF4-FFF2-40B4-BE49-F238E27FC236}">
                <a16:creationId xmlns:a16="http://schemas.microsoft.com/office/drawing/2014/main" id="{AEA1C9B3-88C7-3B0F-390A-D0EEBDF90448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5"/>
            </p:custDataLst>
          </p:nvPr>
        </p:nvSpPr>
        <p:spPr>
          <a:xfrm>
            <a:off x="4334975" y="4324907"/>
            <a:ext cx="35244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C5381815-43BD-3213-AD6F-739525E6C136}"/>
              </a:ext>
            </a:extLst>
          </p:cNvPr>
          <p:cNvSpPr>
            <a:spLocks noGrp="1"/>
          </p:cNvSpPr>
          <p:nvPr>
            <p:ph type="body" idx="32"/>
            <p:custDataLst>
              <p:tags r:id="rId6"/>
            </p:custDataLst>
          </p:nvPr>
        </p:nvSpPr>
        <p:spPr>
          <a:xfrm>
            <a:off x="4334975" y="4919685"/>
            <a:ext cx="3524400" cy="1364400"/>
          </a:xfrm>
        </p:spPr>
        <p:txBody>
          <a:bodyPr lIns="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83D173-0551-EACB-AD0A-9833D7AB7A9E}"/>
              </a:ext>
            </a:extLst>
          </p:cNvPr>
          <p:cNvCxnSpPr>
            <a:cxnSpLocks/>
          </p:cNvCxnSpPr>
          <p:nvPr userDrawn="1"/>
        </p:nvCxnSpPr>
        <p:spPr>
          <a:xfrm>
            <a:off x="4334975" y="4923496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ubtitle Placeholder 3">
            <a:extLst>
              <a:ext uri="{FF2B5EF4-FFF2-40B4-BE49-F238E27FC236}">
                <a16:creationId xmlns:a16="http://schemas.microsoft.com/office/drawing/2014/main" id="{2257A3E1-20C0-B3E9-A2F2-2A4ACBA9F1F8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7"/>
            </p:custDataLst>
          </p:nvPr>
        </p:nvSpPr>
        <p:spPr>
          <a:xfrm>
            <a:off x="8082913" y="4324907"/>
            <a:ext cx="35244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  <p:custDataLst>
              <p:tags r:id="rId8"/>
            </p:custDataLst>
          </p:nvPr>
        </p:nvSpPr>
        <p:spPr>
          <a:xfrm>
            <a:off x="8082913" y="4919685"/>
            <a:ext cx="3524400" cy="1364400"/>
          </a:xfrm>
        </p:spPr>
        <p:txBody>
          <a:bodyPr lIns="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1" name="Straight Connector">
            <a:extLst>
              <a:ext uri="{FF2B5EF4-FFF2-40B4-BE49-F238E27FC236}">
                <a16:creationId xmlns:a16="http://schemas.microsoft.com/office/drawing/2014/main" id="{F92E13FA-CACE-E780-DC8D-09B9DA9A94D0}"/>
              </a:ext>
            </a:extLst>
          </p:cNvPr>
          <p:cNvCxnSpPr>
            <a:cxnSpLocks/>
          </p:cNvCxnSpPr>
          <p:nvPr userDrawn="1"/>
        </p:nvCxnSpPr>
        <p:spPr>
          <a:xfrm>
            <a:off x="8082913" y="4923496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Large Number Placeholder">
            <a:extLst>
              <a:ext uri="{FF2B5EF4-FFF2-40B4-BE49-F238E27FC236}">
                <a16:creationId xmlns:a16="http://schemas.microsoft.com/office/drawing/2014/main" id="{99E0EB3B-3BF6-3770-F5EB-6078C3B024FE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9"/>
            </p:custDataLst>
          </p:nvPr>
        </p:nvSpPr>
        <p:spPr>
          <a:xfrm>
            <a:off x="587375" y="2888785"/>
            <a:ext cx="3524400" cy="769441"/>
          </a:xfrm>
        </p:spPr>
        <p:txBody>
          <a:bodyPr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5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3" name="Medium Number Placeholder">
            <a:extLst>
              <a:ext uri="{FF2B5EF4-FFF2-40B4-BE49-F238E27FC236}">
                <a16:creationId xmlns:a16="http://schemas.microsoft.com/office/drawing/2014/main" id="{918D3A41-3573-1518-4FAA-B1B2C5D5EB78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10"/>
            </p:custDataLst>
          </p:nvPr>
        </p:nvSpPr>
        <p:spPr>
          <a:xfrm>
            <a:off x="4334975" y="2965729"/>
            <a:ext cx="3524400" cy="615553"/>
          </a:xfrm>
        </p:spPr>
        <p:txBody>
          <a:bodyPr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4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4" name="Small Number Placeholder">
            <a:extLst>
              <a:ext uri="{FF2B5EF4-FFF2-40B4-BE49-F238E27FC236}">
                <a16:creationId xmlns:a16="http://schemas.microsoft.com/office/drawing/2014/main" id="{352F0AF2-C993-0954-DD8D-A7557D50C80E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11"/>
            </p:custDataLst>
          </p:nvPr>
        </p:nvSpPr>
        <p:spPr>
          <a:xfrm>
            <a:off x="8082575" y="3042673"/>
            <a:ext cx="3524400" cy="461665"/>
          </a:xfrm>
        </p:spPr>
        <p:txBody>
          <a:bodyPr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3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407708192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Size S10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B6F9CFD-DF1F-4F59-20F6-FBA0B3288A34}"/>
              </a:ext>
            </a:extLst>
          </p:cNvPr>
          <p:cNvSpPr/>
          <p:nvPr userDrawn="1"/>
        </p:nvSpPr>
        <p:spPr>
          <a:xfrm>
            <a:off x="10082990" y="4748990"/>
            <a:ext cx="2109010" cy="2109010"/>
          </a:xfrm>
          <a:custGeom>
            <a:avLst/>
            <a:gdLst>
              <a:gd name="connsiteX0" fmla="*/ 2109010 w 2109010"/>
              <a:gd name="connsiteY0" fmla="*/ 0 h 2109010"/>
              <a:gd name="connsiteX1" fmla="*/ 2109010 w 2109010"/>
              <a:gd name="connsiteY1" fmla="*/ 765782 h 2109010"/>
              <a:gd name="connsiteX2" fmla="*/ 2109009 w 2109010"/>
              <a:gd name="connsiteY2" fmla="*/ 765782 h 2109010"/>
              <a:gd name="connsiteX3" fmla="*/ 765781 w 2109010"/>
              <a:gd name="connsiteY3" fmla="*/ 2109010 h 2109010"/>
              <a:gd name="connsiteX4" fmla="*/ 0 w 2109010"/>
              <a:gd name="connsiteY4" fmla="*/ 2109010 h 2109010"/>
              <a:gd name="connsiteX5" fmla="*/ 210901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2109010" y="0"/>
                </a:moveTo>
                <a:lnTo>
                  <a:pt x="2109010" y="765782"/>
                </a:lnTo>
                <a:lnTo>
                  <a:pt x="2109009" y="765782"/>
                </a:lnTo>
                <a:cubicBezTo>
                  <a:pt x="1367165" y="765782"/>
                  <a:pt x="765781" y="1367166"/>
                  <a:pt x="765781" y="2109010"/>
                </a:cubicBezTo>
                <a:lnTo>
                  <a:pt x="0" y="2109010"/>
                </a:ln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03950" y="1304925"/>
            <a:ext cx="54006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19" name="Subtitle Placeholder 1">
            <a:extLst>
              <a:ext uri="{FF2B5EF4-FFF2-40B4-BE49-F238E27FC236}">
                <a16:creationId xmlns:a16="http://schemas.microsoft.com/office/drawing/2014/main" id="{2257A3E1-20C0-B3E9-A2F2-2A4ACBA9F1F8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3"/>
            </p:custDataLst>
          </p:nvPr>
        </p:nvSpPr>
        <p:spPr>
          <a:xfrm>
            <a:off x="6203949" y="2185703"/>
            <a:ext cx="5392143" cy="380480"/>
          </a:xfrm>
        </p:spPr>
        <p:txBody>
          <a:bodyPr wrap="square" lIns="144000" tIns="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  <p:custDataLst>
              <p:tags r:id="rId4"/>
            </p:custDataLst>
          </p:nvPr>
        </p:nvSpPr>
        <p:spPr>
          <a:xfrm>
            <a:off x="6203950" y="2562371"/>
            <a:ext cx="5392800" cy="793926"/>
          </a:xfrm>
        </p:spPr>
        <p:txBody>
          <a:bodyPr lIns="144000" tIns="72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1" name="Straight Connector">
            <a:extLst>
              <a:ext uri="{FF2B5EF4-FFF2-40B4-BE49-F238E27FC236}">
                <a16:creationId xmlns:a16="http://schemas.microsoft.com/office/drawing/2014/main" id="{F92E13FA-CACE-E780-DC8D-09B9DA9A94D0}"/>
              </a:ext>
            </a:extLst>
          </p:cNvPr>
          <p:cNvCxnSpPr>
            <a:cxnSpLocks/>
          </p:cNvCxnSpPr>
          <p:nvPr userDrawn="1"/>
        </p:nvCxnSpPr>
        <p:spPr>
          <a:xfrm>
            <a:off x="6203950" y="2566182"/>
            <a:ext cx="53928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2">
            <a:extLst>
              <a:ext uri="{FF2B5EF4-FFF2-40B4-BE49-F238E27FC236}">
                <a16:creationId xmlns:a16="http://schemas.microsoft.com/office/drawing/2014/main" id="{0868CE8C-10F8-DD47-5B4C-84E35DC53C4B}"/>
              </a:ext>
            </a:extLst>
          </p:cNvPr>
          <p:cNvSpPr/>
          <p:nvPr userDrawn="1"/>
        </p:nvSpPr>
        <p:spPr>
          <a:xfrm>
            <a:off x="595907" y="1309407"/>
            <a:ext cx="4961989" cy="4961989"/>
          </a:xfrm>
          <a:prstGeom prst="roundRect">
            <a:avLst>
              <a:gd name="adj" fmla="val 745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Rectangle: Rounded Corners 2">
            <a:extLst>
              <a:ext uri="{FF2B5EF4-FFF2-40B4-BE49-F238E27FC236}">
                <a16:creationId xmlns:a16="http://schemas.microsoft.com/office/drawing/2014/main" id="{9F82789E-05C7-1952-E2FA-A2CF9C67B082}"/>
              </a:ext>
            </a:extLst>
          </p:cNvPr>
          <p:cNvSpPr/>
          <p:nvPr userDrawn="1"/>
        </p:nvSpPr>
        <p:spPr>
          <a:xfrm>
            <a:off x="1424501" y="2966596"/>
            <a:ext cx="3304800" cy="3304800"/>
          </a:xfrm>
          <a:prstGeom prst="roundRect">
            <a:avLst>
              <a:gd name="adj" fmla="val 105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Rectangle: Rounded Corners 2">
            <a:extLst>
              <a:ext uri="{FF2B5EF4-FFF2-40B4-BE49-F238E27FC236}">
                <a16:creationId xmlns:a16="http://schemas.microsoft.com/office/drawing/2014/main" id="{F096B134-8B93-4825-FAFB-7FBFCADEFDB4}"/>
              </a:ext>
            </a:extLst>
          </p:cNvPr>
          <p:cNvSpPr/>
          <p:nvPr userDrawn="1"/>
        </p:nvSpPr>
        <p:spPr>
          <a:xfrm>
            <a:off x="1975301" y="4068196"/>
            <a:ext cx="2203200" cy="2203200"/>
          </a:xfrm>
          <a:prstGeom prst="roundRect">
            <a:avLst>
              <a:gd name="adj" fmla="val 14822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Large Number Placeholder">
            <a:extLst>
              <a:ext uri="{FF2B5EF4-FFF2-40B4-BE49-F238E27FC236}">
                <a16:creationId xmlns:a16="http://schemas.microsoft.com/office/drawing/2014/main" id="{D169FCED-13DC-C3B7-4500-1C52EDD88EC6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5"/>
            </p:custDataLst>
          </p:nvPr>
        </p:nvSpPr>
        <p:spPr>
          <a:xfrm>
            <a:off x="1744597" y="1751513"/>
            <a:ext cx="2664608" cy="769441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5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5" name="Medium Number Placeholder">
            <a:extLst>
              <a:ext uri="{FF2B5EF4-FFF2-40B4-BE49-F238E27FC236}">
                <a16:creationId xmlns:a16="http://schemas.microsoft.com/office/drawing/2014/main" id="{104AA7E8-A585-DBCD-FD26-5747A69665EE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6"/>
            </p:custDataLst>
          </p:nvPr>
        </p:nvSpPr>
        <p:spPr>
          <a:xfrm>
            <a:off x="1744597" y="3230052"/>
            <a:ext cx="2664608" cy="615553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4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6" name="Small Number Placeholder">
            <a:extLst>
              <a:ext uri="{FF2B5EF4-FFF2-40B4-BE49-F238E27FC236}">
                <a16:creationId xmlns:a16="http://schemas.microsoft.com/office/drawing/2014/main" id="{1A0256E8-88AB-A5C8-25D7-D10F7E78C096}"/>
              </a:ext>
            </a:extLst>
          </p:cNvPr>
          <p:cNvSpPr>
            <a:spLocks noGrp="1"/>
          </p:cNvSpPr>
          <p:nvPr>
            <p:ph type="body" idx="38" hasCustomPrompt="1"/>
            <p:custDataLst>
              <p:tags r:id="rId7"/>
            </p:custDataLst>
          </p:nvPr>
        </p:nvSpPr>
        <p:spPr>
          <a:xfrm>
            <a:off x="1975301" y="4938964"/>
            <a:ext cx="2203200" cy="461665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3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32" name="Subtitle Placeholder 2">
            <a:extLst>
              <a:ext uri="{FF2B5EF4-FFF2-40B4-BE49-F238E27FC236}">
                <a16:creationId xmlns:a16="http://schemas.microsoft.com/office/drawing/2014/main" id="{DBF26ABA-6FC6-8690-FA9E-1C92D2C3FDF7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8"/>
            </p:custDataLst>
          </p:nvPr>
        </p:nvSpPr>
        <p:spPr>
          <a:xfrm>
            <a:off x="6237898" y="3644725"/>
            <a:ext cx="5392143" cy="380480"/>
          </a:xfrm>
        </p:spPr>
        <p:txBody>
          <a:bodyPr wrap="square" lIns="144000" tIns="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D7E49C60-7C5E-B59B-AA85-5EDA668A9415}"/>
              </a:ext>
            </a:extLst>
          </p:cNvPr>
          <p:cNvSpPr>
            <a:spLocks noGrp="1"/>
          </p:cNvSpPr>
          <p:nvPr>
            <p:ph type="body" idx="40"/>
            <p:custDataLst>
              <p:tags r:id="rId9"/>
            </p:custDataLst>
          </p:nvPr>
        </p:nvSpPr>
        <p:spPr>
          <a:xfrm>
            <a:off x="6237899" y="4021393"/>
            <a:ext cx="5392800" cy="795600"/>
          </a:xfrm>
        </p:spPr>
        <p:txBody>
          <a:bodyPr lIns="144000" tIns="72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34" name="Straight Connector">
            <a:extLst>
              <a:ext uri="{FF2B5EF4-FFF2-40B4-BE49-F238E27FC236}">
                <a16:creationId xmlns:a16="http://schemas.microsoft.com/office/drawing/2014/main" id="{28A0EBC9-4983-D7C2-1064-E073785D0AED}"/>
              </a:ext>
            </a:extLst>
          </p:cNvPr>
          <p:cNvCxnSpPr>
            <a:cxnSpLocks/>
          </p:cNvCxnSpPr>
          <p:nvPr userDrawn="1"/>
        </p:nvCxnSpPr>
        <p:spPr>
          <a:xfrm>
            <a:off x="6237899" y="4025204"/>
            <a:ext cx="53928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Subtitle Placeholder 3">
            <a:extLst>
              <a:ext uri="{FF2B5EF4-FFF2-40B4-BE49-F238E27FC236}">
                <a16:creationId xmlns:a16="http://schemas.microsoft.com/office/drawing/2014/main" id="{12781F3B-E748-93F5-7C9E-83FE1FE0B758}"/>
              </a:ext>
            </a:extLst>
          </p:cNvPr>
          <p:cNvSpPr>
            <a:spLocks noGrp="1"/>
          </p:cNvSpPr>
          <p:nvPr>
            <p:ph type="body" idx="41" hasCustomPrompt="1"/>
            <p:custDataLst>
              <p:tags r:id="rId10"/>
            </p:custDataLst>
          </p:nvPr>
        </p:nvSpPr>
        <p:spPr>
          <a:xfrm>
            <a:off x="6237898" y="5105422"/>
            <a:ext cx="5392143" cy="380480"/>
          </a:xfrm>
        </p:spPr>
        <p:txBody>
          <a:bodyPr wrap="square" lIns="144000" tIns="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3AB5ED40-4199-35CC-CA87-092668E9DD40}"/>
              </a:ext>
            </a:extLst>
          </p:cNvPr>
          <p:cNvSpPr>
            <a:spLocks noGrp="1"/>
          </p:cNvSpPr>
          <p:nvPr>
            <p:ph type="body" idx="42"/>
            <p:custDataLst>
              <p:tags r:id="rId11"/>
            </p:custDataLst>
          </p:nvPr>
        </p:nvSpPr>
        <p:spPr>
          <a:xfrm>
            <a:off x="6237899" y="5482090"/>
            <a:ext cx="5392800" cy="795600"/>
          </a:xfrm>
        </p:spPr>
        <p:txBody>
          <a:bodyPr lIns="144000" tIns="72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37" name="Straight Connector">
            <a:extLst>
              <a:ext uri="{FF2B5EF4-FFF2-40B4-BE49-F238E27FC236}">
                <a16:creationId xmlns:a16="http://schemas.microsoft.com/office/drawing/2014/main" id="{A9370B20-CDE4-6524-899D-56CD3EA6DC6A}"/>
              </a:ext>
            </a:extLst>
          </p:cNvPr>
          <p:cNvCxnSpPr>
            <a:cxnSpLocks/>
          </p:cNvCxnSpPr>
          <p:nvPr userDrawn="1"/>
        </p:nvCxnSpPr>
        <p:spPr>
          <a:xfrm>
            <a:off x="6237899" y="5485901"/>
            <a:ext cx="53928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308479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s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2CFB395-65C3-C716-A9EC-6BBBC2953BEA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1"/>
            </p:custDataLst>
          </p:nvPr>
        </p:nvSpPr>
        <p:spPr>
          <a:xfrm>
            <a:off x="591650" y="4477687"/>
            <a:ext cx="3524400" cy="1365227"/>
          </a:xfrm>
        </p:spPr>
        <p:txBody>
          <a:bodyPr lIns="0" tIns="14400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91651" y="1313707"/>
            <a:ext cx="8204688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C5381815-43BD-3213-AD6F-739525E6C136}"/>
              </a:ext>
            </a:extLst>
          </p:cNvPr>
          <p:cNvSpPr>
            <a:spLocks noGrp="1"/>
          </p:cNvSpPr>
          <p:nvPr>
            <p:ph type="body" idx="32"/>
            <p:custDataLst>
              <p:tags r:id="rId4"/>
            </p:custDataLst>
          </p:nvPr>
        </p:nvSpPr>
        <p:spPr>
          <a:xfrm>
            <a:off x="4334975" y="4476927"/>
            <a:ext cx="3524400" cy="1364400"/>
          </a:xfrm>
        </p:spPr>
        <p:txBody>
          <a:bodyPr lIns="0" tIns="14400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  <p:custDataLst>
              <p:tags r:id="rId5"/>
            </p:custDataLst>
          </p:nvPr>
        </p:nvSpPr>
        <p:spPr>
          <a:xfrm>
            <a:off x="8082913" y="4476927"/>
            <a:ext cx="3524400" cy="1364400"/>
          </a:xfrm>
        </p:spPr>
        <p:txBody>
          <a:bodyPr lIns="0" tIns="14400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Subtitle 1">
            <a:extLst>
              <a:ext uri="{FF2B5EF4-FFF2-40B4-BE49-F238E27FC236}">
                <a16:creationId xmlns:a16="http://schemas.microsoft.com/office/drawing/2014/main" id="{99E0EB3B-3BF6-3770-F5EB-6078C3B024FE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6"/>
            </p:custDataLst>
          </p:nvPr>
        </p:nvSpPr>
        <p:spPr>
          <a:xfrm>
            <a:off x="587375" y="3519416"/>
            <a:ext cx="3524400" cy="615553"/>
          </a:xfrm>
        </p:spPr>
        <p:txBody>
          <a:bodyPr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4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918D3A41-3573-1518-4FAA-B1B2C5D5EB78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7"/>
            </p:custDataLst>
          </p:nvPr>
        </p:nvSpPr>
        <p:spPr>
          <a:xfrm>
            <a:off x="4334975" y="3519416"/>
            <a:ext cx="3524400" cy="615553"/>
          </a:xfrm>
        </p:spPr>
        <p:txBody>
          <a:bodyPr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4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4" name="Subtitle 3">
            <a:extLst>
              <a:ext uri="{FF2B5EF4-FFF2-40B4-BE49-F238E27FC236}">
                <a16:creationId xmlns:a16="http://schemas.microsoft.com/office/drawing/2014/main" id="{352F0AF2-C993-0954-DD8D-A7557D50C80E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8"/>
            </p:custDataLst>
          </p:nvPr>
        </p:nvSpPr>
        <p:spPr>
          <a:xfrm>
            <a:off x="8082575" y="3519416"/>
            <a:ext cx="3524400" cy="615553"/>
          </a:xfrm>
        </p:spPr>
        <p:txBody>
          <a:bodyPr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4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cxnSp>
        <p:nvCxnSpPr>
          <p:cNvPr id="7" name="Straight Connector">
            <a:extLst>
              <a:ext uri="{FF2B5EF4-FFF2-40B4-BE49-F238E27FC236}">
                <a16:creationId xmlns:a16="http://schemas.microsoft.com/office/drawing/2014/main" id="{0C31B67F-FFDD-D836-618D-0675B8EBDD74}"/>
              </a:ext>
            </a:extLst>
          </p:cNvPr>
          <p:cNvCxnSpPr>
            <a:cxnSpLocks/>
          </p:cNvCxnSpPr>
          <p:nvPr userDrawn="1"/>
        </p:nvCxnSpPr>
        <p:spPr>
          <a:xfrm>
            <a:off x="587375" y="4339994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812B8D8D-AEAC-ECC8-9180-2BDF15ED8F6C}"/>
              </a:ext>
            </a:extLst>
          </p:cNvPr>
          <p:cNvCxnSpPr>
            <a:cxnSpLocks/>
          </p:cNvCxnSpPr>
          <p:nvPr userDrawn="1"/>
        </p:nvCxnSpPr>
        <p:spPr>
          <a:xfrm>
            <a:off x="4334975" y="4339235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">
            <a:extLst>
              <a:ext uri="{FF2B5EF4-FFF2-40B4-BE49-F238E27FC236}">
                <a16:creationId xmlns:a16="http://schemas.microsoft.com/office/drawing/2014/main" id="{11AA1393-38DF-7F19-E6AC-9B45671CB622}"/>
              </a:ext>
            </a:extLst>
          </p:cNvPr>
          <p:cNvCxnSpPr>
            <a:cxnSpLocks/>
          </p:cNvCxnSpPr>
          <p:nvPr userDrawn="1"/>
        </p:nvCxnSpPr>
        <p:spPr>
          <a:xfrm>
            <a:off x="8082913" y="4339235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649475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" descr="Портфель со сплошной заливкой">
            <a:extLst>
              <a:ext uri="{FF2B5EF4-FFF2-40B4-BE49-F238E27FC236}">
                <a16:creationId xmlns:a16="http://schemas.microsoft.com/office/drawing/2014/main" id="{881BE5A8-3084-DAF6-419E-8188E2784A5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F839E024-FBF6-D9B7-75E7-FD5D4C2AA14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1D9706D-CD18-29CC-50F3-9F4BC8ADFC4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0" y="1313707"/>
            <a:ext cx="11012975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111374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C78C3DDD-916D-70F6-DE6F-D75DED62498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382C0452-B86B-DF88-DCEB-6364450FC65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049548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01/11/2025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Eibad Khan Kakar</a:t>
            </a:r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D4070-BC22-4ECD-8481-27CFFD0FE52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3968596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01/11/2025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Eibad Khan Kakar</a:t>
            </a:r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D4070-BC22-4ECD-8481-27CFFD0FE52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8263277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01/11/2025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Eibad Khan Kakar</a:t>
            </a:r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D4070-BC22-4ECD-8481-27CFFD0FE52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8040220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01/11/2025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Eibad Khan Kakar</a:t>
            </a:r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D4070-BC22-4ECD-8481-27CFFD0FE52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2255901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01/11/2025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Eibad Khan Kakar</a:t>
            </a:r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D4070-BC22-4ECD-8481-27CFFD0FE52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581311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01/11/2025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Eibad Khan Kakar</a:t>
            </a:r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D4070-BC22-4ECD-8481-27CFFD0FE52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8839432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01/11/2025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Eibad Khan Kakar</a:t>
            </a:r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D4070-BC22-4ECD-8481-27CFFD0FE52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5454916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01/11/2025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Eibad Khan Kakar</a:t>
            </a:r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D4070-BC22-4ECD-8481-27CFFD0FE52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4519276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01/11/2025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Eibad Khan Kakar</a:t>
            </a:r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D4070-BC22-4ECD-8481-27CFFD0FE52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8613808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01/11/2025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Eibad Khan Kakar</a:t>
            </a:r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D4070-BC22-4ECD-8481-27CFFD0FE52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9435005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01/11/2025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Eibad Khan Kakar</a:t>
            </a:r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D4070-BC22-4ECD-8481-27CFFD0FE52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1040722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01/11/2025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Eibad Khan Kakar</a:t>
            </a:r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D4070-BC22-4ECD-8481-27CFFD0FE52B}" type="slidenum">
              <a:rPr lang="en-PK" smtClean="0"/>
              <a:t>‹#›</a:t>
            </a:fld>
            <a:endParaRPr lang="en-PK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2159924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01/11/2025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Eibad Khan Kakar</a:t>
            </a:r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D4070-BC22-4ECD-8481-27CFFD0FE52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4429767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01/11/2025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Eibad Khan Kakar</a:t>
            </a:r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D4070-BC22-4ECD-8481-27CFFD0FE52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3979153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01/11/2025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Eibad Khan Kakar</a:t>
            </a:r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D4070-BC22-4ECD-8481-27CFFD0FE52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2870844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01/11/2025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Eibad Khan Kakar</a:t>
            </a:r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D4070-BC22-4ECD-8481-27CFFD0FE52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381519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01/11/2025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Eibad Khan Kakar</a:t>
            </a:r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D4070-BC22-4ECD-8481-27CFFD0FE52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85155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1" Type="http://schemas.openxmlformats.org/officeDocument/2006/relationships/image" Target="../media/image1.jpeg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ags" Target="../tags/tag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7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4.xml"/><Relationship Id="rId2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73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DBC626-9493-4173-4785-B4E4251F3E76}"/>
              </a:ext>
            </a:extLst>
          </p:cNvPr>
          <p:cNvSpPr>
            <a:spLocks noGrp="1"/>
          </p:cNvSpPr>
          <p:nvPr>
            <p:ph type="title"/>
            <p:custDataLst>
              <p:tags r:id="rId59"/>
            </p:custDataLst>
          </p:nvPr>
        </p:nvSpPr>
        <p:spPr>
          <a:xfrm>
            <a:off x="597207" y="566333"/>
            <a:ext cx="11007418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C0C7E-C392-88D5-6F37-5427AF82E737}"/>
              </a:ext>
            </a:extLst>
          </p:cNvPr>
          <p:cNvSpPr>
            <a:spLocks noGrp="1"/>
          </p:cNvSpPr>
          <p:nvPr>
            <p:ph type="body" idx="1"/>
            <p:custDataLst>
              <p:tags r:id="rId60"/>
            </p:custDataLst>
          </p:nvPr>
        </p:nvSpPr>
        <p:spPr>
          <a:xfrm>
            <a:off x="597207" y="1825625"/>
            <a:ext cx="110074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E09F05A8-3E39-B0B1-3CD9-3F55B5F2E712}"/>
              </a:ext>
            </a:extLst>
          </p:cNvPr>
          <p:cNvSpPr txBox="1">
            <a:spLocks/>
          </p:cNvSpPr>
          <p:nvPr userDrawn="1"/>
        </p:nvSpPr>
        <p:spPr>
          <a:xfrm>
            <a:off x="11000187" y="572328"/>
            <a:ext cx="594606" cy="20005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6F24BE-8BEB-403A-BDCC-38E201D0662D}" type="slidenum">
              <a:rPr lang="en-ID" smtClean="0">
                <a:solidFill>
                  <a:schemeClr val="tx1">
                    <a:alpha val="35000"/>
                  </a:schemeClr>
                </a:solidFill>
              </a:rPr>
              <a:pPr/>
              <a:t>‹#›</a:t>
            </a:fld>
            <a:endParaRPr lang="en-ID" dirty="0">
              <a:solidFill>
                <a:schemeClr val="tx1">
                  <a:alpha val="3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E88FD4-43FA-F80D-DA99-3B57A0B99735}"/>
              </a:ext>
            </a:extLst>
          </p:cNvPr>
          <p:cNvPicPr>
            <a:picLocks noChangeAspect="1"/>
          </p:cNvPicPr>
          <p:nvPr userDrawn="1"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625" y="6377199"/>
            <a:ext cx="1772000" cy="43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507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64" r:id="rId2"/>
    <p:sldLayoutId id="2147483875" r:id="rId3"/>
    <p:sldLayoutId id="2147483865" r:id="rId4"/>
    <p:sldLayoutId id="2147483876" r:id="rId5"/>
    <p:sldLayoutId id="2147483877" r:id="rId6"/>
    <p:sldLayoutId id="2147483870" r:id="rId7"/>
    <p:sldLayoutId id="2147483868" r:id="rId8"/>
    <p:sldLayoutId id="2147483874" r:id="rId9"/>
    <p:sldLayoutId id="2147483878" r:id="rId10"/>
    <p:sldLayoutId id="2147483879" r:id="rId11"/>
    <p:sldLayoutId id="2147483853" r:id="rId12"/>
    <p:sldLayoutId id="2147483854" r:id="rId13"/>
    <p:sldLayoutId id="2147483880" r:id="rId14"/>
    <p:sldLayoutId id="2147483881" r:id="rId15"/>
    <p:sldLayoutId id="2147483858" r:id="rId16"/>
    <p:sldLayoutId id="2147483882" r:id="rId17"/>
    <p:sldLayoutId id="2147483883" r:id="rId18"/>
    <p:sldLayoutId id="2147483860" r:id="rId19"/>
    <p:sldLayoutId id="2147483862" r:id="rId20"/>
    <p:sldLayoutId id="2147483886" r:id="rId21"/>
    <p:sldLayoutId id="2147483887" r:id="rId22"/>
    <p:sldLayoutId id="2147483888" r:id="rId23"/>
    <p:sldLayoutId id="2147483890" r:id="rId24"/>
    <p:sldLayoutId id="2147483929" r:id="rId25"/>
    <p:sldLayoutId id="2147483930" r:id="rId26"/>
    <p:sldLayoutId id="2147483931" r:id="rId27"/>
    <p:sldLayoutId id="2147483932" r:id="rId28"/>
    <p:sldLayoutId id="2147483933" r:id="rId29"/>
    <p:sldLayoutId id="2147483934" r:id="rId30"/>
    <p:sldLayoutId id="2147483935" r:id="rId31"/>
    <p:sldLayoutId id="2147483936" r:id="rId32"/>
    <p:sldLayoutId id="2147483937" r:id="rId33"/>
    <p:sldLayoutId id="2147483901" r:id="rId34"/>
    <p:sldLayoutId id="2147483902" r:id="rId35"/>
    <p:sldLayoutId id="2147483903" r:id="rId36"/>
    <p:sldLayoutId id="2147483905" r:id="rId37"/>
    <p:sldLayoutId id="2147483906" r:id="rId38"/>
    <p:sldLayoutId id="2147483907" r:id="rId39"/>
    <p:sldLayoutId id="2147483908" r:id="rId40"/>
    <p:sldLayoutId id="2147483909" r:id="rId41"/>
    <p:sldLayoutId id="2147483910" r:id="rId42"/>
    <p:sldLayoutId id="2147483911" r:id="rId43"/>
    <p:sldLayoutId id="2147483912" r:id="rId44"/>
    <p:sldLayoutId id="2147483913" r:id="rId45"/>
    <p:sldLayoutId id="2147483914" r:id="rId46"/>
    <p:sldLayoutId id="2147483915" r:id="rId47"/>
    <p:sldLayoutId id="2147483916" r:id="rId48"/>
    <p:sldLayoutId id="2147483917" r:id="rId49"/>
    <p:sldLayoutId id="2147483919" r:id="rId50"/>
    <p:sldLayoutId id="2147483920" r:id="rId51"/>
    <p:sldLayoutId id="2147483921" r:id="rId52"/>
    <p:sldLayoutId id="2147483922" r:id="rId53"/>
    <p:sldLayoutId id="2147483923" r:id="rId54"/>
    <p:sldLayoutId id="2147483928" r:id="rId55"/>
    <p:sldLayoutId id="2147483825" r:id="rId56"/>
    <p:sldLayoutId id="2147483826" r:id="rId5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8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70" userDrawn="1">
          <p15:clr>
            <a:srgbClr val="F26B43"/>
          </p15:clr>
        </p15:guide>
        <p15:guide id="4" pos="7310" userDrawn="1">
          <p15:clr>
            <a:srgbClr val="F26B43"/>
          </p15:clr>
        </p15:guide>
        <p15:guide id="5" orient="horz" pos="368" userDrawn="1">
          <p15:clr>
            <a:srgbClr val="F26B43"/>
          </p15:clr>
        </p15:guide>
        <p15:guide id="6" orient="horz" pos="3952" userDrawn="1">
          <p15:clr>
            <a:srgbClr val="F26B43"/>
          </p15:clr>
        </p15:guide>
        <p15:guide id="12" pos="2003" userDrawn="1">
          <p15:clr>
            <a:srgbClr val="A4A3A4"/>
          </p15:clr>
        </p15:guide>
        <p15:guide id="13" pos="2139" userDrawn="1">
          <p15:clr>
            <a:srgbClr val="A4A3A4"/>
          </p15:clr>
        </p15:guide>
        <p15:guide id="14" pos="5541" userDrawn="1">
          <p15:clr>
            <a:srgbClr val="A4A3A4"/>
          </p15:clr>
        </p15:guide>
        <p15:guide id="15" pos="5677" userDrawn="1">
          <p15:clr>
            <a:srgbClr val="A4A3A4"/>
          </p15:clr>
        </p15:guide>
        <p15:guide id="16" pos="3772" userDrawn="1">
          <p15:clr>
            <a:srgbClr val="A4A3A4"/>
          </p15:clr>
        </p15:guide>
        <p15:guide id="17" pos="3908" userDrawn="1">
          <p15:clr>
            <a:srgbClr val="A4A3A4"/>
          </p15:clr>
        </p15:guide>
        <p15:guide id="18" pos="2593" userDrawn="1">
          <p15:clr>
            <a:srgbClr val="9FCC3B"/>
          </p15:clr>
        </p15:guide>
        <p15:guide id="19" pos="2729" userDrawn="1">
          <p15:clr>
            <a:srgbClr val="9FCC3B"/>
          </p15:clr>
        </p15:guide>
        <p15:guide id="20" pos="4951" userDrawn="1">
          <p15:clr>
            <a:srgbClr val="9FCC3B"/>
          </p15:clr>
        </p15:guide>
        <p15:guide id="21" pos="5087" userDrawn="1">
          <p15:clr>
            <a:srgbClr val="9FCC3B"/>
          </p15:clr>
        </p15:guide>
        <p15:guide id="22" orient="horz" pos="82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PK"/>
              <a:t>01/11/2025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Eibad Khan Kakar</a:t>
            </a:r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DD4070-BC22-4ECD-8481-27CFFD0FE52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098825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1" r:id="rId3"/>
    <p:sldLayoutId id="2147483942" r:id="rId4"/>
    <p:sldLayoutId id="2147483943" r:id="rId5"/>
    <p:sldLayoutId id="2147483944" r:id="rId6"/>
    <p:sldLayoutId id="2147483945" r:id="rId7"/>
    <p:sldLayoutId id="2147483946" r:id="rId8"/>
    <p:sldLayoutId id="2147483947" r:id="rId9"/>
    <p:sldLayoutId id="2147483948" r:id="rId10"/>
    <p:sldLayoutId id="2147483949" r:id="rId11"/>
    <p:sldLayoutId id="2147483950" r:id="rId12"/>
    <p:sldLayoutId id="2147483951" r:id="rId13"/>
    <p:sldLayoutId id="2147483952" r:id="rId14"/>
    <p:sldLayoutId id="2147483953" r:id="rId15"/>
    <p:sldLayoutId id="2147483954" r:id="rId16"/>
    <p:sldLayoutId id="2147483955" r:id="rId17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9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svg"/><Relationship Id="rId7" Type="http://schemas.openxmlformats.org/officeDocument/2006/relationships/image" Target="../media/image40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9.xml"/><Relationship Id="rId6" Type="http://schemas.openxmlformats.org/officeDocument/2006/relationships/image" Target="../media/image39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Relationship Id="rId9" Type="http://schemas.openxmlformats.org/officeDocument/2006/relationships/image" Target="../media/image4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7" Type="http://schemas.openxmlformats.org/officeDocument/2006/relationships/image" Target="../media/image52.sv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9.xml"/><Relationship Id="rId6" Type="http://schemas.openxmlformats.org/officeDocument/2006/relationships/image" Target="../media/image51.png"/><Relationship Id="rId5" Type="http://schemas.openxmlformats.org/officeDocument/2006/relationships/image" Target="../media/image50.svg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43025-7911-4A57-9135-B577E50C94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br>
              <a:rPr lang="en-US" sz="4000" dirty="0"/>
            </a:br>
            <a:r>
              <a:rPr lang="en-US" sz="4000" dirty="0">
                <a:latin typeface="Gadugi" panose="020B0502040204020203" pitchFamily="34" charset="0"/>
                <a:ea typeface="Gadugi" panose="020B0502040204020203" pitchFamily="34" charset="0"/>
              </a:rPr>
              <a:t>overview to    </a:t>
            </a:r>
            <a:br>
              <a:rPr lang="en-US" sz="4000" dirty="0">
                <a:latin typeface="Gadugi" panose="020B0502040204020203" pitchFamily="34" charset="0"/>
                <a:ea typeface="Gadugi" panose="020B0502040204020203" pitchFamily="34" charset="0"/>
              </a:rPr>
            </a:br>
            <a:r>
              <a:rPr lang="en-US" sz="4000" dirty="0">
                <a:latin typeface="Gadugi" panose="020B0502040204020203" pitchFamily="34" charset="0"/>
                <a:ea typeface="Gadugi" panose="020B0502040204020203" pitchFamily="34" charset="0"/>
              </a:rPr>
              <a:t>AI (Artificial intelligence)</a:t>
            </a:r>
            <a:br>
              <a:rPr lang="en-US" sz="4000" dirty="0">
                <a:latin typeface="Gadugi" panose="020B0502040204020203" pitchFamily="34" charset="0"/>
                <a:ea typeface="Gadugi" panose="020B0502040204020203" pitchFamily="34" charset="0"/>
              </a:rPr>
            </a:br>
            <a:endParaRPr lang="en-PK" sz="40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4BFD56-B7CD-4319-8EEF-B8DE977379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857468"/>
          </a:xfrm>
        </p:spPr>
        <p:txBody>
          <a:bodyPr>
            <a:normAutofit/>
          </a:bodyPr>
          <a:lstStyle/>
          <a:p>
            <a:pPr algn="l"/>
            <a:r>
              <a:rPr lang="en-US" sz="2000" dirty="0" err="1"/>
              <a:t>Artifical</a:t>
            </a:r>
            <a:r>
              <a:rPr lang="en-US" sz="2000" dirty="0"/>
              <a:t> Intelligence, Or AI,  Means making Computer think and act like humans. It helps Machines learn, Solve problems, and make decisions.</a:t>
            </a:r>
          </a:p>
          <a:p>
            <a:pPr algn="l"/>
            <a:r>
              <a:rPr lang="en-US" sz="2000" dirty="0"/>
              <a:t>Examples include Robots, Smart assistants, And Chatbots.</a:t>
            </a:r>
          </a:p>
          <a:p>
            <a:pPr algn="l"/>
            <a:endParaRPr lang="en-US" sz="2000" dirty="0">
              <a:latin typeface="Bahnschrift SemiCondensed" panose="020B0502040204020203" pitchFamily="34" charset="0"/>
            </a:endParaRPr>
          </a:p>
          <a:p>
            <a:endParaRPr lang="en-PK" dirty="0">
              <a:latin typeface="Bahnschrift SemiCondensed" panose="020B0502040204020203" pitchFamily="34" charset="0"/>
            </a:endParaRPr>
          </a:p>
        </p:txBody>
      </p:sp>
      <p:pic>
        <p:nvPicPr>
          <p:cNvPr id="5" name="Graphic 4" descr="Robot with solid fill">
            <a:extLst>
              <a:ext uri="{FF2B5EF4-FFF2-40B4-BE49-F238E27FC236}">
                <a16:creationId xmlns:a16="http://schemas.microsoft.com/office/drawing/2014/main" id="{53AC92BA-1A69-40C8-A74B-E1A5BCC10D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80212" y="5551581"/>
            <a:ext cx="914400" cy="914400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9E54922-F141-41CA-AFE2-C3102B21E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01/11/2025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342B684-A004-4717-9DE5-5764F1662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Eibad Khan Kakar</a:t>
            </a:r>
            <a:endParaRPr lang="en-PK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EBDF34-1D50-4FB6-B8F6-8E452BDB4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D4070-BC22-4ECD-8481-27CFFD0FE52B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02300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75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9CF80-6B95-4D7C-8A58-A0D8977FF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SHORT HISTOY OF AI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109C7-007A-4A66-9459-C2E1C1CE3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idea of AI started in 1950s scientists when scientists dreamed of creating machines that could think like humans. In 1956, the term “Artificial Intelligence” was first used.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In the 2000s, AI became more powerful due to faster computers and Big Data.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Today, AI is everywhere likewise In Phones, Cars, Hospitals, and even in Homes.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B0E7C-FC2E-4DF6-AFCC-D6318A7B8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01/11/2025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3B9EE-863B-4B5C-ABA8-F658F6C7E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Eibad Khan Kakar</a:t>
            </a: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08F2C-DB96-40F6-93A4-42F52D86F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D4070-BC22-4ECD-8481-27CFFD0FE52B}" type="slidenum">
              <a:rPr lang="en-PK" smtClean="0"/>
              <a:t>2</a:t>
            </a:fld>
            <a:endParaRPr lang="en-PK"/>
          </a:p>
        </p:txBody>
      </p:sp>
      <p:pic>
        <p:nvPicPr>
          <p:cNvPr id="8" name="Graphic 7" descr="Laptop with solid fill">
            <a:extLst>
              <a:ext uri="{FF2B5EF4-FFF2-40B4-BE49-F238E27FC236}">
                <a16:creationId xmlns:a16="http://schemas.microsoft.com/office/drawing/2014/main" id="{61E8A1A9-BE1B-4D2B-8C5A-4BB80EAFC5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69859" y="185121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714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376AC-5733-42E4-8120-1F03F2C1D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ai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504BD-EBBD-419B-9DFD-22E315A8D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There are mainly three types of AI 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 Narrow AI </a:t>
            </a:r>
            <a:r>
              <a:rPr lang="en-US" dirty="0"/>
              <a:t>:  Works for one specific task  </a:t>
            </a:r>
            <a:r>
              <a:rPr lang="en-US" dirty="0" err="1"/>
              <a:t>E.g</a:t>
            </a:r>
            <a:r>
              <a:rPr lang="en-US" dirty="0"/>
              <a:t> Face Recognition, </a:t>
            </a:r>
            <a:r>
              <a:rPr lang="en-US" dirty="0" err="1"/>
              <a:t>Vioce</a:t>
            </a:r>
            <a:r>
              <a:rPr lang="en-US" dirty="0"/>
              <a:t> Assistants.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 General AI </a:t>
            </a:r>
            <a:r>
              <a:rPr lang="en-US" dirty="0"/>
              <a:t>: Can think, learn, and Understand like a Humans still being developed.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 Super AI </a:t>
            </a:r>
            <a:r>
              <a:rPr lang="en-US" dirty="0"/>
              <a:t>: Smarter than humans which can exist in the future. 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585D2-4340-4BE5-912F-6FB2FF3E3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01/11/2025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0C574-C842-486B-8385-ED7D00719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Eibad Khan Kakar</a:t>
            </a: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C2273-6C67-47CB-B6AE-1A17ECEE0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D4070-BC22-4ECD-8481-27CFFD0FE52B}" type="slidenum">
              <a:rPr lang="en-PK" smtClean="0"/>
              <a:t>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311389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759C0-626A-4ECA-B1D3-3027595F3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ai works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36115-99EF-4DCB-9984-4A8933724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AI works through Data and Algorithms.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It learns from large amounts of Data and improves its Performance over time.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Machine learning and development learning are the main techniques used in AI to          help system learn automatically.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The more information AI gets the Smarter it becomes. 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B64EE-A035-436C-8DFB-305C6347F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01/11/2025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82908-4784-4B3D-A3BC-FE91C97E8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Eibad Khan Kakar</a:t>
            </a: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412EC-466E-4B93-A881-7EBFF7ABB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D4070-BC22-4ECD-8481-27CFFD0FE52B}" type="slidenum">
              <a:rPr lang="en-PK" smtClean="0"/>
              <a:t>4</a:t>
            </a:fld>
            <a:endParaRPr lang="en-PK"/>
          </a:p>
        </p:txBody>
      </p:sp>
      <p:pic>
        <p:nvPicPr>
          <p:cNvPr id="8" name="Graphic 7" descr="Pie chart with solid fill">
            <a:extLst>
              <a:ext uri="{FF2B5EF4-FFF2-40B4-BE49-F238E27FC236}">
                <a16:creationId xmlns:a16="http://schemas.microsoft.com/office/drawing/2014/main" id="{9812C47C-2EE2-4011-9B1C-C520E270A3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520" y="4424689"/>
            <a:ext cx="832503" cy="832503"/>
          </a:xfrm>
          <a:prstGeom prst="rect">
            <a:avLst/>
          </a:prstGeom>
        </p:spPr>
      </p:pic>
      <p:pic>
        <p:nvPicPr>
          <p:cNvPr id="10" name="Graphic 9" descr="Brain with solid fill">
            <a:extLst>
              <a:ext uri="{FF2B5EF4-FFF2-40B4-BE49-F238E27FC236}">
                <a16:creationId xmlns:a16="http://schemas.microsoft.com/office/drawing/2014/main" id="{D2AE7D98-E431-4947-8421-AEAB131EF6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79047" y="4424689"/>
            <a:ext cx="914400" cy="914400"/>
          </a:xfrm>
          <a:prstGeom prst="rect">
            <a:avLst/>
          </a:prstGeom>
        </p:spPr>
      </p:pic>
      <p:pic>
        <p:nvPicPr>
          <p:cNvPr id="12" name="Graphic 11" descr="Internet with solid fill">
            <a:extLst>
              <a:ext uri="{FF2B5EF4-FFF2-40B4-BE49-F238E27FC236}">
                <a16:creationId xmlns:a16="http://schemas.microsoft.com/office/drawing/2014/main" id="{637D7D3E-096C-48FA-BCBF-3605899125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72471" y="442468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6655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/>
      </p:transition>
    </mc:Choice>
    <mc:Fallback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8161B-712C-4DC2-8B4E-F9FE2DA90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in daily life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DDE4B-4CA0-42A3-BD75-A3B5173B6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AI is already part of our daily routines.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Chatbots answers our questions online.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Google maps helps us find directions.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Smartphones recognize our faces.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</a:t>
            </a:r>
            <a:r>
              <a:rPr lang="en-US" dirty="0" err="1"/>
              <a:t>Youtube</a:t>
            </a:r>
            <a:r>
              <a:rPr lang="en-US" dirty="0"/>
              <a:t> and Netflix suggest videos we like.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Self driving cars can drive without any specific Human.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EC783-48F6-4725-B810-55CA9F5C7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01/11/2025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6F468-BA70-486C-A239-5DAE42166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Eibad Khan Kakar</a:t>
            </a: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06449-1F89-446F-B60D-B55B4AC2B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D4070-BC22-4ECD-8481-27CFFD0FE52B}" type="slidenum">
              <a:rPr lang="en-PK" smtClean="0"/>
              <a:t>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239601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4C93F-38BE-40C9-9B36-19F8410BA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in different fields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169B2-C286-4295-8FA0-20882893E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AI is used in many areas to make work faster and easier :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</a:t>
            </a:r>
            <a:r>
              <a:rPr lang="en-US" b="1" dirty="0"/>
              <a:t>Education</a:t>
            </a:r>
            <a:r>
              <a:rPr lang="en-US" dirty="0"/>
              <a:t> : Personalized learning for Students.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</a:t>
            </a:r>
            <a:r>
              <a:rPr lang="en-US" b="1" dirty="0"/>
              <a:t>Health Care </a:t>
            </a:r>
            <a:r>
              <a:rPr lang="en-US" dirty="0"/>
              <a:t>: Detecting diseases, and helping Doctors.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 Business</a:t>
            </a:r>
            <a:r>
              <a:rPr lang="en-US" dirty="0"/>
              <a:t> : Improving customer service and Marketing.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 Agriculture</a:t>
            </a:r>
            <a:r>
              <a:rPr lang="en-US" dirty="0"/>
              <a:t> : Smart farming using sensors and drones.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 Security</a:t>
            </a:r>
            <a:r>
              <a:rPr lang="en-US" dirty="0"/>
              <a:t> : Face and Voice recognition systems.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960DD-46B7-4E5C-B159-6AD77D25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4" y="5883275"/>
            <a:ext cx="2743200" cy="365125"/>
          </a:xfrm>
        </p:spPr>
        <p:txBody>
          <a:bodyPr/>
          <a:lstStyle/>
          <a:p>
            <a:r>
              <a:rPr lang="en-PK"/>
              <a:t>01/11/2025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CD611-1224-4C34-85E6-CE7B79C59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Eibad Khan Kakar</a:t>
            </a: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D8E91-8988-4220-B9C0-A6F4A4A80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D4070-BC22-4ECD-8481-27CFFD0FE52B}" type="slidenum">
              <a:rPr lang="en-PK" smtClean="0"/>
              <a:t>6</a:t>
            </a:fld>
            <a:endParaRPr lang="en-PK"/>
          </a:p>
        </p:txBody>
      </p:sp>
      <p:pic>
        <p:nvPicPr>
          <p:cNvPr id="8" name="Graphic 7" descr="Graduation cap with solid fill">
            <a:extLst>
              <a:ext uri="{FF2B5EF4-FFF2-40B4-BE49-F238E27FC236}">
                <a16:creationId xmlns:a16="http://schemas.microsoft.com/office/drawing/2014/main" id="{9CC66587-0778-4035-825B-63B7ED0C7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35826" y="4968875"/>
            <a:ext cx="914400" cy="914400"/>
          </a:xfrm>
          <a:prstGeom prst="rect">
            <a:avLst/>
          </a:prstGeom>
        </p:spPr>
      </p:pic>
      <p:pic>
        <p:nvPicPr>
          <p:cNvPr id="10" name="Graphic 9" descr="Medical with solid fill">
            <a:extLst>
              <a:ext uri="{FF2B5EF4-FFF2-40B4-BE49-F238E27FC236}">
                <a16:creationId xmlns:a16="http://schemas.microsoft.com/office/drawing/2014/main" id="{7AC32394-CE1C-4812-A4CD-BE6D6B8939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50226" y="5002909"/>
            <a:ext cx="846332" cy="846332"/>
          </a:xfrm>
          <a:prstGeom prst="rect">
            <a:avLst/>
          </a:prstGeom>
        </p:spPr>
      </p:pic>
      <p:pic>
        <p:nvPicPr>
          <p:cNvPr id="12" name="Graphic 11" descr="Factory with solid fill">
            <a:extLst>
              <a:ext uri="{FF2B5EF4-FFF2-40B4-BE49-F238E27FC236}">
                <a16:creationId xmlns:a16="http://schemas.microsoft.com/office/drawing/2014/main" id="{1467FE64-5F0D-4CA4-B661-04DDC8995B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88633" y="4951858"/>
            <a:ext cx="914400" cy="914400"/>
          </a:xfrm>
          <a:prstGeom prst="rect">
            <a:avLst/>
          </a:prstGeom>
        </p:spPr>
      </p:pic>
      <p:pic>
        <p:nvPicPr>
          <p:cNvPr id="14" name="Graphic 13" descr="Camera with solid fill">
            <a:extLst>
              <a:ext uri="{FF2B5EF4-FFF2-40B4-BE49-F238E27FC236}">
                <a16:creationId xmlns:a16="http://schemas.microsoft.com/office/drawing/2014/main" id="{C56D8DB9-75E6-4D9A-A976-B9563563C9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95108" y="4994401"/>
            <a:ext cx="888874" cy="88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13125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4DF6-CE4D-42C6-8C44-9EF863E4E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AI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59B95-CA85-437C-8A77-648498850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Here are some benefits of AI (Artificial Intelligence) 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AI performs tasks faster and more accurately.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Helps people in dangerous jobs like Mining and Space work.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It reduces Human Errors and saves time.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Increases productivity in Businesses and industries.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Provides better decision making using Data.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972FA-574C-45E2-B6BA-3A0EE471F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01/11/2025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7658E-471A-4AD7-9B4A-D38A35D6C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Eibad Khan Kakar</a:t>
            </a: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A5499-6ED7-4379-9176-FA0C7B632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D4070-BC22-4ECD-8481-27CFFD0FE52B}" type="slidenum">
              <a:rPr lang="en-PK" smtClean="0"/>
              <a:t>7</a:t>
            </a:fld>
            <a:endParaRPr lang="en-PK"/>
          </a:p>
        </p:txBody>
      </p:sp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57F9816A-AD7E-4B16-B68E-A2864E367E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6275" y="503694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61466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FD2C6-7335-4A5C-9484-C02672C71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of ai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069CA-664B-47EA-929B-1BA225F1C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AI might replace human jobs in the future.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Too much dependance on AI can make humans lazy or less creative.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It can be expensive to develop and maintain.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Privacy and security issues may occur.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AI can make mistakes if data is wrong.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There is a risk of people misusing AI technology.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1FAFA-2803-4BA8-A294-A70BE0C98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01/11/2025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670CC-9DA6-4A48-8148-7828AD7E0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Eibad Khan Kakar</a:t>
            </a: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F74D4-BBDA-4673-880F-6FB28F97C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D4070-BC22-4ECD-8481-27CFFD0FE52B}" type="slidenum">
              <a:rPr lang="en-PK" smtClean="0"/>
              <a:t>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3599994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0C7B7-5662-4210-8AE1-281B8B496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Ethics and responsibilities in AI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05F42-4601-46B8-9D28-9A31F0B7E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292417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AI should be always used in a fair and responsible way.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 Developers must make sure AI does not harm people or invade Privacy.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 Ethical AI means being honest, transparent, and safe in how it is used.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 The goal is to make AI help society not control it.</a:t>
            </a:r>
            <a:endParaRPr lang="en-PK" dirty="0"/>
          </a:p>
        </p:txBody>
      </p:sp>
      <p:pic>
        <p:nvPicPr>
          <p:cNvPr id="5" name="Graphic 4" descr="Scales of justice with solid fill">
            <a:extLst>
              <a:ext uri="{FF2B5EF4-FFF2-40B4-BE49-F238E27FC236}">
                <a16:creationId xmlns:a16="http://schemas.microsoft.com/office/drawing/2014/main" id="{159930A4-38D5-4EFE-B80D-82B46B401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81600" y="4723178"/>
            <a:ext cx="914400" cy="914400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D75DE1D-3A47-4A71-83F0-A88BF89C8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01/11/2025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718E2C-61F8-40A6-932D-8E7F05BF0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Eibad Khan Kakar</a:t>
            </a:r>
            <a:endParaRPr lang="en-PK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D818BA3-4F4F-4698-9779-43F9FBA93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D4070-BC22-4ECD-8481-27CFFD0FE52B}" type="slidenum">
              <a:rPr lang="en-PK" smtClean="0"/>
              <a:t>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314368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5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0DF91-74C4-4F74-94D7-45D13C851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future of ai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019FE-8102-416F-BC1C-6748C512C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175" y="2075168"/>
            <a:ext cx="10550381" cy="3695136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The Future of AI is full of possibilities.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AI will continue to grow and become more intelligent.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It may change the way we work, learn, and live.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If used </a:t>
            </a:r>
            <a:r>
              <a:rPr lang="en-US" dirty="0" err="1"/>
              <a:t>responsibally</a:t>
            </a:r>
            <a:r>
              <a:rPr lang="en-US" dirty="0"/>
              <a:t>, AI can make life safer, smarter, and more comfortable for everyone.</a:t>
            </a:r>
            <a:endParaRPr lang="en-PK" dirty="0"/>
          </a:p>
        </p:txBody>
      </p:sp>
      <p:pic>
        <p:nvPicPr>
          <p:cNvPr id="5" name="Graphic 4" descr="Robot with solid fill">
            <a:extLst>
              <a:ext uri="{FF2B5EF4-FFF2-40B4-BE49-F238E27FC236}">
                <a16:creationId xmlns:a16="http://schemas.microsoft.com/office/drawing/2014/main" id="{BDDDF1F4-D343-408F-98E5-7D0FAB30C1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90684" y="4639236"/>
            <a:ext cx="1048870" cy="914400"/>
          </a:xfrm>
          <a:prstGeom prst="rect">
            <a:avLst/>
          </a:prstGeom>
        </p:spPr>
      </p:pic>
      <p:pic>
        <p:nvPicPr>
          <p:cNvPr id="11" name="Graphic 10" descr="Handshake with solid fill">
            <a:extLst>
              <a:ext uri="{FF2B5EF4-FFF2-40B4-BE49-F238E27FC236}">
                <a16:creationId xmlns:a16="http://schemas.microsoft.com/office/drawing/2014/main" id="{9663A1CB-58D0-4DFF-845A-E2C366C6CF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39554" y="4639236"/>
            <a:ext cx="914400" cy="914400"/>
          </a:xfrm>
          <a:prstGeom prst="rect">
            <a:avLst/>
          </a:prstGeom>
        </p:spPr>
      </p:pic>
      <p:pic>
        <p:nvPicPr>
          <p:cNvPr id="13" name="Graphic 12" descr="User with solid fill">
            <a:extLst>
              <a:ext uri="{FF2B5EF4-FFF2-40B4-BE49-F238E27FC236}">
                <a16:creationId xmlns:a16="http://schemas.microsoft.com/office/drawing/2014/main" id="{AF194737-5124-4E37-BA9F-E82A499E62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88424" y="4639236"/>
            <a:ext cx="914400" cy="914400"/>
          </a:xfrm>
          <a:prstGeom prst="rect">
            <a:avLst/>
          </a:prstGeom>
        </p:spPr>
      </p:pic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D603789D-6643-4D12-A7AD-5A98436D5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01/11/2025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82AAA112-F693-4AA3-A9F2-0E00BE7D0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Eibad Khan Kakar</a:t>
            </a:r>
            <a:endParaRPr lang="en-PK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9832BF1-00C1-4F77-8FB2-6464110BA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D4070-BC22-4ECD-8481-27CFFD0FE52B}" type="slidenum">
              <a:rPr lang="en-PK" smtClean="0"/>
              <a:t>10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746587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2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2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3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2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3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4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5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5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6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6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5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5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6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6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1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1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2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3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1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2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3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4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1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2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3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4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5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6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7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7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1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2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3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1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2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3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4.jpeg"/></Relationships>
</file>

<file path=ppt/theme/theme1.xml><?xml version="1.0" encoding="utf-8"?>
<a:theme xmlns:a="http://schemas.openxmlformats.org/drawingml/2006/main" name="New York">
  <a:themeElements>
    <a:clrScheme name="New York BLUE">
      <a:dk1>
        <a:srgbClr val="404040"/>
      </a:dk1>
      <a:lt1>
        <a:sysClr val="window" lastClr="FFFFFF"/>
      </a:lt1>
      <a:dk2>
        <a:srgbClr val="404040"/>
      </a:dk2>
      <a:lt2>
        <a:srgbClr val="FFFFFF"/>
      </a:lt2>
      <a:accent1>
        <a:srgbClr val="2468ED"/>
      </a:accent1>
      <a:accent2>
        <a:srgbClr val="8AACEF"/>
      </a:accent2>
      <a:accent3>
        <a:srgbClr val="C7D5EF"/>
      </a:accent3>
      <a:accent4>
        <a:srgbClr val="DCE3F0"/>
      </a:accent4>
      <a:accent5>
        <a:srgbClr val="E4EAF4"/>
      </a:accent5>
      <a:accent6>
        <a:srgbClr val="F0F3F8"/>
      </a:accent6>
      <a:hlink>
        <a:srgbClr val="2468ED"/>
      </a:hlink>
      <a:folHlink>
        <a:srgbClr val="404040"/>
      </a:folHlink>
    </a:clrScheme>
    <a:fontScheme name="Другая 6">
      <a:majorFont>
        <a:latin typeface="Bahnschrift"/>
        <a:ea typeface=""/>
        <a:cs typeface=""/>
      </a:majorFont>
      <a:minorFont>
        <a:latin typeface="Bahnschrift Ligh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4624849-0AD8-4FDA-AE2C-B2DBE056AE3E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657</Words>
  <Application>Microsoft Office PowerPoint</Application>
  <PresentationFormat>Widescreen</PresentationFormat>
  <Paragraphs>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Arial</vt:lpstr>
      <vt:lpstr>Bahnschrift</vt:lpstr>
      <vt:lpstr>Bahnschrift Light</vt:lpstr>
      <vt:lpstr>Bahnschrift SemiCondensed</vt:lpstr>
      <vt:lpstr>Bookman Old Style</vt:lpstr>
      <vt:lpstr>Calibri</vt:lpstr>
      <vt:lpstr>Gadugi</vt:lpstr>
      <vt:lpstr>Rockwell</vt:lpstr>
      <vt:lpstr>Wingdings</vt:lpstr>
      <vt:lpstr>New York</vt:lpstr>
      <vt:lpstr>Damask</vt:lpstr>
      <vt:lpstr> overview to     AI (Artificial intelligence) </vt:lpstr>
      <vt:lpstr>A SHORT HISTOY OF AI</vt:lpstr>
      <vt:lpstr>Types of ai</vt:lpstr>
      <vt:lpstr>How ai works</vt:lpstr>
      <vt:lpstr>Ai in daily life</vt:lpstr>
      <vt:lpstr>Ai in different fields</vt:lpstr>
      <vt:lpstr>BENEFITS OF AI</vt:lpstr>
      <vt:lpstr>Challenges of ai</vt:lpstr>
      <vt:lpstr>Ethics and responsibilities in AI</vt:lpstr>
      <vt:lpstr>The future of ai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(Artificial intelligence)</dc:title>
  <dc:creator>Lenovo 15</dc:creator>
  <cp:lastModifiedBy>Lenovo 15</cp:lastModifiedBy>
  <cp:revision>16</cp:revision>
  <dcterms:created xsi:type="dcterms:W3CDTF">2025-11-01T07:24:33Z</dcterms:created>
  <dcterms:modified xsi:type="dcterms:W3CDTF">2025-11-01T09:39:42Z</dcterms:modified>
</cp:coreProperties>
</file>