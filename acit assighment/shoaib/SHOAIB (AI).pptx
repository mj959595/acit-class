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97" d="100"/>
          <a:sy n="97" d="100"/>
        </p:scale>
        <p:origin x="139"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757B2-5B24-4F0A-8C25-3B5DCB10F68F}" type="datetimeFigureOut">
              <a:rPr lang="en-PK" smtClean="0"/>
              <a:t>02/11/2025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6F334-A4CC-4D52-AF7A-1F19CD505AB6}" type="slidenum">
              <a:rPr lang="en-PK" smtClean="0"/>
              <a:t>‹#›</a:t>
            </a:fld>
            <a:endParaRPr lang="en-PK"/>
          </a:p>
        </p:txBody>
      </p:sp>
    </p:spTree>
    <p:extLst>
      <p:ext uri="{BB962C8B-B14F-4D97-AF65-F5344CB8AC3E}">
        <p14:creationId xmlns:p14="http://schemas.microsoft.com/office/powerpoint/2010/main" val="2526756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r>
              <a:rPr lang="en-PK"/>
              <a:t>02/11/2025</a:t>
            </a:r>
          </a:p>
        </p:txBody>
      </p:sp>
      <p:sp>
        <p:nvSpPr>
          <p:cNvPr id="5" name="Footer Placeholder 4"/>
          <p:cNvSpPr>
            <a:spLocks noGrp="1"/>
          </p:cNvSpPr>
          <p:nvPr>
            <p:ph type="ftr" sz="quarter" idx="11"/>
          </p:nvPr>
        </p:nvSpPr>
        <p:spPr>
          <a:xfrm>
            <a:off x="1371600" y="4323845"/>
            <a:ext cx="6400800" cy="365125"/>
          </a:xfrm>
        </p:spPr>
        <p:txBody>
          <a:bodyPr/>
          <a:lstStyle/>
          <a:p>
            <a:r>
              <a:rPr lang="en-US"/>
              <a:t>Shoaib Baloch</a:t>
            </a:r>
            <a:endParaRPr lang="en-PK"/>
          </a:p>
        </p:txBody>
      </p:sp>
      <p:sp>
        <p:nvSpPr>
          <p:cNvPr id="6" name="Slide Number Placeholder 5"/>
          <p:cNvSpPr>
            <a:spLocks noGrp="1"/>
          </p:cNvSpPr>
          <p:nvPr>
            <p:ph type="sldNum" sz="quarter" idx="12"/>
          </p:nvPr>
        </p:nvSpPr>
        <p:spPr>
          <a:xfrm>
            <a:off x="8077200" y="1430866"/>
            <a:ext cx="2743200" cy="365125"/>
          </a:xfrm>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1995423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PK"/>
              <a:t>02/11/2025</a:t>
            </a:r>
          </a:p>
        </p:txBody>
      </p:sp>
      <p:sp>
        <p:nvSpPr>
          <p:cNvPr id="5" name="Footer Placeholder 4"/>
          <p:cNvSpPr>
            <a:spLocks noGrp="1"/>
          </p:cNvSpPr>
          <p:nvPr>
            <p:ph type="ftr" sz="quarter" idx="11"/>
          </p:nvPr>
        </p:nvSpPr>
        <p:spPr/>
        <p:txBody>
          <a:bodyPr/>
          <a:lstStyle/>
          <a:p>
            <a:r>
              <a:rPr lang="en-US"/>
              <a:t>Shoaib Baloch</a:t>
            </a:r>
            <a:endParaRPr lang="en-PK"/>
          </a:p>
        </p:txBody>
      </p:sp>
      <p:sp>
        <p:nvSpPr>
          <p:cNvPr id="6" name="Slide Number Placeholder 5"/>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940168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r>
              <a:rPr lang="en-PK"/>
              <a:t>02/11/2025</a:t>
            </a:r>
          </a:p>
        </p:txBody>
      </p:sp>
      <p:sp>
        <p:nvSpPr>
          <p:cNvPr id="5" name="Footer Placeholder 4"/>
          <p:cNvSpPr>
            <a:spLocks noGrp="1"/>
          </p:cNvSpPr>
          <p:nvPr>
            <p:ph type="ftr" sz="quarter" idx="11"/>
          </p:nvPr>
        </p:nvSpPr>
        <p:spPr>
          <a:xfrm>
            <a:off x="685800" y="381001"/>
            <a:ext cx="6991492" cy="364065"/>
          </a:xfrm>
        </p:spPr>
        <p:txBody>
          <a:bodyPr/>
          <a:lstStyle/>
          <a:p>
            <a:r>
              <a:rPr lang="en-US"/>
              <a:t>Shoaib Baloch</a:t>
            </a:r>
            <a:endParaRPr lang="en-PK"/>
          </a:p>
        </p:txBody>
      </p:sp>
      <p:sp>
        <p:nvSpPr>
          <p:cNvPr id="6" name="Slide Number Placeholder 5"/>
          <p:cNvSpPr>
            <a:spLocks noGrp="1"/>
          </p:cNvSpPr>
          <p:nvPr>
            <p:ph type="sldNum" sz="quarter" idx="12"/>
          </p:nvPr>
        </p:nvSpPr>
        <p:spPr>
          <a:xfrm>
            <a:off x="10862452" y="381000"/>
            <a:ext cx="643748" cy="365125"/>
          </a:xfrm>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2314220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PK"/>
              <a:t>02/11/2025</a:t>
            </a:r>
          </a:p>
        </p:txBody>
      </p:sp>
      <p:sp>
        <p:nvSpPr>
          <p:cNvPr id="6" name="Footer Placeholder 5"/>
          <p:cNvSpPr>
            <a:spLocks noGrp="1"/>
          </p:cNvSpPr>
          <p:nvPr>
            <p:ph type="ftr" sz="quarter" idx="11"/>
          </p:nvPr>
        </p:nvSpPr>
        <p:spPr/>
        <p:txBody>
          <a:bodyPr/>
          <a:lstStyle/>
          <a:p>
            <a:r>
              <a:rPr lang="en-US"/>
              <a:t>Shoaib Baloch</a:t>
            </a:r>
            <a:endParaRPr lang="en-PK"/>
          </a:p>
        </p:txBody>
      </p:sp>
      <p:sp>
        <p:nvSpPr>
          <p:cNvPr id="7" name="Slide Number Placeholder 6"/>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813905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PK"/>
              <a:t>02/11/2025</a:t>
            </a:r>
          </a:p>
        </p:txBody>
      </p:sp>
      <p:sp>
        <p:nvSpPr>
          <p:cNvPr id="8" name="Footer Placeholder 7"/>
          <p:cNvSpPr>
            <a:spLocks noGrp="1"/>
          </p:cNvSpPr>
          <p:nvPr>
            <p:ph type="ftr" sz="quarter" idx="11"/>
          </p:nvPr>
        </p:nvSpPr>
        <p:spPr/>
        <p:txBody>
          <a:bodyPr/>
          <a:lstStyle/>
          <a:p>
            <a:r>
              <a:rPr lang="en-US"/>
              <a:t>Shoaib Baloch</a:t>
            </a:r>
            <a:endParaRPr lang="en-PK"/>
          </a:p>
        </p:txBody>
      </p:sp>
      <p:sp>
        <p:nvSpPr>
          <p:cNvPr id="9" name="Slide Number Placeholder 8"/>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197813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PK"/>
              <a:t>02/11/2025</a:t>
            </a:r>
          </a:p>
        </p:txBody>
      </p:sp>
      <p:sp>
        <p:nvSpPr>
          <p:cNvPr id="4" name="Footer Placeholder 3"/>
          <p:cNvSpPr>
            <a:spLocks noGrp="1"/>
          </p:cNvSpPr>
          <p:nvPr>
            <p:ph type="ftr" sz="quarter" idx="11"/>
          </p:nvPr>
        </p:nvSpPr>
        <p:spPr/>
        <p:txBody>
          <a:bodyPr/>
          <a:lstStyle/>
          <a:p>
            <a:r>
              <a:rPr lang="en-US"/>
              <a:t>Shoaib Baloch</a:t>
            </a:r>
            <a:endParaRPr lang="en-PK"/>
          </a:p>
        </p:txBody>
      </p:sp>
      <p:sp>
        <p:nvSpPr>
          <p:cNvPr id="5" name="Slide Number Placeholder 4"/>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54879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PK"/>
              <a:t>02/11/2025</a:t>
            </a:r>
          </a:p>
        </p:txBody>
      </p:sp>
      <p:sp>
        <p:nvSpPr>
          <p:cNvPr id="3" name="Footer Placeholder 2"/>
          <p:cNvSpPr>
            <a:spLocks noGrp="1"/>
          </p:cNvSpPr>
          <p:nvPr>
            <p:ph type="ftr" sz="quarter" idx="11"/>
          </p:nvPr>
        </p:nvSpPr>
        <p:spPr/>
        <p:txBody>
          <a:bodyPr/>
          <a:lstStyle/>
          <a:p>
            <a:r>
              <a:rPr lang="en-US"/>
              <a:t>Shoaib Baloch</a:t>
            </a:r>
            <a:endParaRPr lang="en-PK"/>
          </a:p>
        </p:txBody>
      </p:sp>
      <p:sp>
        <p:nvSpPr>
          <p:cNvPr id="4" name="Slide Number Placeholder 3"/>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550625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02/11/2025</a:t>
            </a:r>
          </a:p>
        </p:txBody>
      </p:sp>
      <p:sp>
        <p:nvSpPr>
          <p:cNvPr id="6" name="Footer Placeholder 5"/>
          <p:cNvSpPr>
            <a:spLocks noGrp="1"/>
          </p:cNvSpPr>
          <p:nvPr>
            <p:ph type="ftr" sz="quarter" idx="11"/>
          </p:nvPr>
        </p:nvSpPr>
        <p:spPr/>
        <p:txBody>
          <a:bodyPr/>
          <a:lstStyle/>
          <a:p>
            <a:r>
              <a:rPr lang="en-US"/>
              <a:t>Shoaib Baloch</a:t>
            </a:r>
            <a:endParaRPr lang="en-PK"/>
          </a:p>
        </p:txBody>
      </p:sp>
      <p:sp>
        <p:nvSpPr>
          <p:cNvPr id="7" name="Slide Number Placeholder 6"/>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844034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02/11/2025</a:t>
            </a:r>
          </a:p>
        </p:txBody>
      </p:sp>
      <p:sp>
        <p:nvSpPr>
          <p:cNvPr id="6" name="Footer Placeholder 5"/>
          <p:cNvSpPr>
            <a:spLocks noGrp="1"/>
          </p:cNvSpPr>
          <p:nvPr>
            <p:ph type="ftr" sz="quarter" idx="11"/>
          </p:nvPr>
        </p:nvSpPr>
        <p:spPr/>
        <p:txBody>
          <a:bodyPr/>
          <a:lstStyle/>
          <a:p>
            <a:r>
              <a:rPr lang="en-US"/>
              <a:t>Shoaib Baloch</a:t>
            </a:r>
            <a:endParaRPr lang="en-PK"/>
          </a:p>
        </p:txBody>
      </p:sp>
      <p:sp>
        <p:nvSpPr>
          <p:cNvPr id="7" name="Slide Number Placeholder 6"/>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69080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02/11/2025</a:t>
            </a:r>
          </a:p>
        </p:txBody>
      </p:sp>
      <p:sp>
        <p:nvSpPr>
          <p:cNvPr id="6" name="Footer Placeholder 5"/>
          <p:cNvSpPr>
            <a:spLocks noGrp="1"/>
          </p:cNvSpPr>
          <p:nvPr>
            <p:ph type="ftr" sz="quarter" idx="11"/>
          </p:nvPr>
        </p:nvSpPr>
        <p:spPr/>
        <p:txBody>
          <a:bodyPr/>
          <a:lstStyle/>
          <a:p>
            <a:r>
              <a:rPr lang="en-US"/>
              <a:t>Shoaib Baloch</a:t>
            </a:r>
            <a:endParaRPr lang="en-PK"/>
          </a:p>
        </p:txBody>
      </p:sp>
      <p:sp>
        <p:nvSpPr>
          <p:cNvPr id="7" name="Slide Number Placeholder 6"/>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2999238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r>
              <a:rPr lang="en-PK"/>
              <a:t>02/11/2025</a:t>
            </a:r>
          </a:p>
        </p:txBody>
      </p:sp>
      <p:sp>
        <p:nvSpPr>
          <p:cNvPr id="6" name="Footer Placeholder 5"/>
          <p:cNvSpPr>
            <a:spLocks noGrp="1"/>
          </p:cNvSpPr>
          <p:nvPr>
            <p:ph type="ftr" sz="quarter" idx="11"/>
          </p:nvPr>
        </p:nvSpPr>
        <p:spPr>
          <a:xfrm>
            <a:off x="685800" y="379941"/>
            <a:ext cx="6991492" cy="365125"/>
          </a:xfrm>
        </p:spPr>
        <p:txBody>
          <a:bodyPr/>
          <a:lstStyle/>
          <a:p>
            <a:r>
              <a:rPr lang="en-US"/>
              <a:t>Shoaib Baloch</a:t>
            </a:r>
            <a:endParaRPr lang="en-PK"/>
          </a:p>
        </p:txBody>
      </p:sp>
      <p:sp>
        <p:nvSpPr>
          <p:cNvPr id="7" name="Slide Number Placeholder 6"/>
          <p:cNvSpPr>
            <a:spLocks noGrp="1"/>
          </p:cNvSpPr>
          <p:nvPr>
            <p:ph type="sldNum" sz="quarter" idx="12"/>
          </p:nvPr>
        </p:nvSpPr>
        <p:spPr>
          <a:xfrm>
            <a:off x="10862452" y="381000"/>
            <a:ext cx="643748" cy="365125"/>
          </a:xfrm>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4121317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r>
              <a:rPr lang="en-PK"/>
              <a:t>02/11/2025</a:t>
            </a:r>
          </a:p>
        </p:txBody>
      </p:sp>
      <p:sp>
        <p:nvSpPr>
          <p:cNvPr id="6" name="Footer Placeholder 5"/>
          <p:cNvSpPr>
            <a:spLocks noGrp="1"/>
          </p:cNvSpPr>
          <p:nvPr>
            <p:ph type="ftr" sz="quarter" idx="11"/>
          </p:nvPr>
        </p:nvSpPr>
        <p:spPr>
          <a:xfrm>
            <a:off x="685800" y="379941"/>
            <a:ext cx="6991492" cy="365125"/>
          </a:xfrm>
        </p:spPr>
        <p:txBody>
          <a:bodyPr/>
          <a:lstStyle/>
          <a:p>
            <a:r>
              <a:rPr lang="en-US"/>
              <a:t>Shoaib Baloch</a:t>
            </a:r>
            <a:endParaRPr lang="en-PK"/>
          </a:p>
        </p:txBody>
      </p:sp>
      <p:sp>
        <p:nvSpPr>
          <p:cNvPr id="7" name="Slide Number Placeholder 6"/>
          <p:cNvSpPr>
            <a:spLocks noGrp="1"/>
          </p:cNvSpPr>
          <p:nvPr>
            <p:ph type="sldNum" sz="quarter" idx="12"/>
          </p:nvPr>
        </p:nvSpPr>
        <p:spPr>
          <a:xfrm>
            <a:off x="10862452" y="381000"/>
            <a:ext cx="643748" cy="365125"/>
          </a:xfrm>
        </p:spPr>
        <p:txBody>
          <a:bodyPr/>
          <a:lstStyle/>
          <a:p>
            <a:fld id="{072CC591-37F3-4A27-BFBD-F3E8E795A272}" type="slidenum">
              <a:rPr lang="en-PK" smtClean="0"/>
              <a:t>‹#›</a:t>
            </a:fld>
            <a:endParaRPr lang="en-PK"/>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7281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r>
              <a:rPr lang="en-PK"/>
              <a:t>02/11/2025</a:t>
            </a:r>
          </a:p>
        </p:txBody>
      </p:sp>
      <p:sp>
        <p:nvSpPr>
          <p:cNvPr id="6" name="Footer Placeholder 5"/>
          <p:cNvSpPr>
            <a:spLocks noGrp="1"/>
          </p:cNvSpPr>
          <p:nvPr>
            <p:ph type="ftr" sz="quarter" idx="11"/>
          </p:nvPr>
        </p:nvSpPr>
        <p:spPr>
          <a:xfrm>
            <a:off x="685800" y="378883"/>
            <a:ext cx="6991492" cy="365125"/>
          </a:xfrm>
        </p:spPr>
        <p:txBody>
          <a:bodyPr/>
          <a:lstStyle/>
          <a:p>
            <a:r>
              <a:rPr lang="en-US"/>
              <a:t>Shoaib Baloch</a:t>
            </a:r>
            <a:endParaRPr lang="en-PK"/>
          </a:p>
        </p:txBody>
      </p:sp>
      <p:sp>
        <p:nvSpPr>
          <p:cNvPr id="7" name="Slide Number Placeholder 6"/>
          <p:cNvSpPr>
            <a:spLocks noGrp="1"/>
          </p:cNvSpPr>
          <p:nvPr>
            <p:ph type="sldNum" sz="quarter" idx="12"/>
          </p:nvPr>
        </p:nvSpPr>
        <p:spPr>
          <a:xfrm>
            <a:off x="10862452" y="381000"/>
            <a:ext cx="643748" cy="365125"/>
          </a:xfrm>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1600768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PK"/>
              <a:t>02/11/2025</a:t>
            </a:r>
          </a:p>
        </p:txBody>
      </p:sp>
      <p:sp>
        <p:nvSpPr>
          <p:cNvPr id="4" name="Footer Placeholder 3"/>
          <p:cNvSpPr>
            <a:spLocks noGrp="1"/>
          </p:cNvSpPr>
          <p:nvPr>
            <p:ph type="ftr" sz="quarter" idx="11"/>
          </p:nvPr>
        </p:nvSpPr>
        <p:spPr/>
        <p:txBody>
          <a:bodyPr/>
          <a:lstStyle/>
          <a:p>
            <a:r>
              <a:rPr lang="en-US"/>
              <a:t>Shoaib Baloch</a:t>
            </a:r>
            <a:endParaRPr lang="en-PK"/>
          </a:p>
        </p:txBody>
      </p:sp>
      <p:sp>
        <p:nvSpPr>
          <p:cNvPr id="5" name="Slide Number Placeholder 4"/>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004994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PK"/>
              <a:t>02/11/2025</a:t>
            </a:r>
          </a:p>
        </p:txBody>
      </p:sp>
      <p:sp>
        <p:nvSpPr>
          <p:cNvPr id="4" name="Footer Placeholder 3"/>
          <p:cNvSpPr>
            <a:spLocks noGrp="1"/>
          </p:cNvSpPr>
          <p:nvPr>
            <p:ph type="ftr" sz="quarter" idx="11"/>
          </p:nvPr>
        </p:nvSpPr>
        <p:spPr/>
        <p:txBody>
          <a:bodyPr/>
          <a:lstStyle/>
          <a:p>
            <a:r>
              <a:rPr lang="en-US"/>
              <a:t>Shoaib Baloch</a:t>
            </a:r>
            <a:endParaRPr lang="en-PK"/>
          </a:p>
        </p:txBody>
      </p:sp>
      <p:sp>
        <p:nvSpPr>
          <p:cNvPr id="5" name="Slide Number Placeholder 4"/>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4291497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PK"/>
              <a:t>02/11/2025</a:t>
            </a:r>
          </a:p>
        </p:txBody>
      </p:sp>
      <p:sp>
        <p:nvSpPr>
          <p:cNvPr id="5" name="Footer Placeholder 4"/>
          <p:cNvSpPr>
            <a:spLocks noGrp="1"/>
          </p:cNvSpPr>
          <p:nvPr>
            <p:ph type="ftr" sz="quarter" idx="11"/>
          </p:nvPr>
        </p:nvSpPr>
        <p:spPr/>
        <p:txBody>
          <a:bodyPr/>
          <a:lstStyle/>
          <a:p>
            <a:r>
              <a:rPr lang="en-US"/>
              <a:t>Shoaib Baloch</a:t>
            </a:r>
            <a:endParaRPr lang="en-PK"/>
          </a:p>
        </p:txBody>
      </p:sp>
      <p:sp>
        <p:nvSpPr>
          <p:cNvPr id="6" name="Slide Number Placeholder 5"/>
          <p:cNvSpPr>
            <a:spLocks noGrp="1"/>
          </p:cNvSpPr>
          <p:nvPr>
            <p:ph type="sldNum" sz="quarter" idx="12"/>
          </p:nvPr>
        </p:nvSpPr>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3127879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r>
              <a:rPr lang="en-PK"/>
              <a:t>02/11/2025</a:t>
            </a:r>
          </a:p>
        </p:txBody>
      </p:sp>
      <p:sp>
        <p:nvSpPr>
          <p:cNvPr id="5" name="Footer Placeholder 4"/>
          <p:cNvSpPr>
            <a:spLocks noGrp="1"/>
          </p:cNvSpPr>
          <p:nvPr>
            <p:ph type="ftr" sz="quarter" idx="11"/>
          </p:nvPr>
        </p:nvSpPr>
        <p:spPr>
          <a:xfrm>
            <a:off x="685800" y="381000"/>
            <a:ext cx="6991492" cy="365125"/>
          </a:xfrm>
        </p:spPr>
        <p:txBody>
          <a:bodyPr/>
          <a:lstStyle/>
          <a:p>
            <a:r>
              <a:rPr lang="en-US"/>
              <a:t>Shoaib Baloch</a:t>
            </a:r>
            <a:endParaRPr lang="en-PK"/>
          </a:p>
        </p:txBody>
      </p:sp>
      <p:sp>
        <p:nvSpPr>
          <p:cNvPr id="6" name="Slide Number Placeholder 5"/>
          <p:cNvSpPr>
            <a:spLocks noGrp="1"/>
          </p:cNvSpPr>
          <p:nvPr>
            <p:ph type="sldNum" sz="quarter" idx="12"/>
          </p:nvPr>
        </p:nvSpPr>
        <p:spPr>
          <a:xfrm>
            <a:off x="10862452" y="381000"/>
            <a:ext cx="643748" cy="365125"/>
          </a:xfrm>
        </p:spPr>
        <p:txBody>
          <a:bodyPr/>
          <a:lstStyle/>
          <a:p>
            <a:fld id="{072CC591-37F3-4A27-BFBD-F3E8E795A272}" type="slidenum">
              <a:rPr lang="en-PK" smtClean="0"/>
              <a:t>‹#›</a:t>
            </a:fld>
            <a:endParaRPr lang="en-PK"/>
          </a:p>
        </p:txBody>
      </p:sp>
    </p:spTree>
    <p:extLst>
      <p:ext uri="{BB962C8B-B14F-4D97-AF65-F5344CB8AC3E}">
        <p14:creationId xmlns:p14="http://schemas.microsoft.com/office/powerpoint/2010/main" val="1965156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r>
              <a:rPr lang="en-PK"/>
              <a:t>02/11/2025</a:t>
            </a: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Shoaib Baloch</a:t>
            </a:r>
            <a:endParaRPr lang="en-PK"/>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72CC591-37F3-4A27-BFBD-F3E8E795A272}" type="slidenum">
              <a:rPr lang="en-PK" smtClean="0"/>
              <a:t>‹#›</a:t>
            </a:fld>
            <a:endParaRPr lang="en-PK"/>
          </a:p>
        </p:txBody>
      </p:sp>
    </p:spTree>
    <p:extLst>
      <p:ext uri="{BB962C8B-B14F-4D97-AF65-F5344CB8AC3E}">
        <p14:creationId xmlns:p14="http://schemas.microsoft.com/office/powerpoint/2010/main" val="18463569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1AB6-47A6-44A7-BC22-87D199C6F12F}"/>
              </a:ext>
            </a:extLst>
          </p:cNvPr>
          <p:cNvSpPr>
            <a:spLocks noGrp="1"/>
          </p:cNvSpPr>
          <p:nvPr>
            <p:ph type="ctrTitle"/>
          </p:nvPr>
        </p:nvSpPr>
        <p:spPr/>
        <p:txBody>
          <a:bodyPr/>
          <a:lstStyle/>
          <a:p>
            <a:r>
              <a:rPr lang="en-US" dirty="0"/>
              <a:t>What is AI ?</a:t>
            </a:r>
            <a:endParaRPr lang="en-PK" dirty="0"/>
          </a:p>
        </p:txBody>
      </p:sp>
      <p:sp>
        <p:nvSpPr>
          <p:cNvPr id="3" name="Subtitle 2">
            <a:extLst>
              <a:ext uri="{FF2B5EF4-FFF2-40B4-BE49-F238E27FC236}">
                <a16:creationId xmlns:a16="http://schemas.microsoft.com/office/drawing/2014/main" id="{E9DB5777-1649-482D-890B-DD9675EFC3B6}"/>
              </a:ext>
            </a:extLst>
          </p:cNvPr>
          <p:cNvSpPr>
            <a:spLocks noGrp="1"/>
          </p:cNvSpPr>
          <p:nvPr>
            <p:ph type="subTitle" idx="1"/>
          </p:nvPr>
        </p:nvSpPr>
        <p:spPr>
          <a:xfrm>
            <a:off x="1371600" y="3632200"/>
            <a:ext cx="9448800" cy="1101165"/>
          </a:xfrm>
        </p:spPr>
        <p:txBody>
          <a:bodyPr>
            <a:normAutofit fontScale="85000" lnSpcReduction="10000"/>
          </a:bodyPr>
          <a:lstStyle/>
          <a:p>
            <a:pPr marL="342900" indent="-342900">
              <a:lnSpc>
                <a:spcPct val="120000"/>
              </a:lnSpc>
              <a:buFont typeface="Arial" panose="020B0604020202020204" pitchFamily="34" charset="0"/>
              <a:buChar char="•"/>
            </a:pPr>
            <a:r>
              <a:rPr lang="en-US" dirty="0"/>
              <a:t>AI means when computers and machines can “think” and “learn” like humans.</a:t>
            </a:r>
            <a:br>
              <a:rPr lang="en-US" dirty="0"/>
            </a:br>
            <a:r>
              <a:rPr lang="en-US" dirty="0"/>
              <a:t>They can solve problems, understand language, and even make decisions!</a:t>
            </a:r>
            <a:br>
              <a:rPr lang="en-US" dirty="0"/>
            </a:br>
            <a:r>
              <a:rPr lang="en-US" b="1" dirty="0"/>
              <a:t>Example:</a:t>
            </a:r>
            <a:r>
              <a:rPr lang="en-US" dirty="0"/>
              <a:t> Voice assistants like Siri or Alexa use AI to talk to you.</a:t>
            </a:r>
            <a:endParaRPr lang="en-PK" dirty="0"/>
          </a:p>
        </p:txBody>
      </p:sp>
      <p:sp>
        <p:nvSpPr>
          <p:cNvPr id="4" name="Date Placeholder 3">
            <a:extLst>
              <a:ext uri="{FF2B5EF4-FFF2-40B4-BE49-F238E27FC236}">
                <a16:creationId xmlns:a16="http://schemas.microsoft.com/office/drawing/2014/main" id="{A3137C7D-DD33-4F8A-B4EB-2B5890E35446}"/>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E830AC53-703A-4E85-B96A-7086DD8792E2}"/>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305749EF-F60B-4C1B-ABBB-A2988B4FB901}"/>
              </a:ext>
            </a:extLst>
          </p:cNvPr>
          <p:cNvSpPr>
            <a:spLocks noGrp="1"/>
          </p:cNvSpPr>
          <p:nvPr>
            <p:ph type="sldNum" sz="quarter" idx="12"/>
          </p:nvPr>
        </p:nvSpPr>
        <p:spPr/>
        <p:txBody>
          <a:bodyPr/>
          <a:lstStyle/>
          <a:p>
            <a:fld id="{072CC591-37F3-4A27-BFBD-F3E8E795A272}" type="slidenum">
              <a:rPr lang="en-PK" smtClean="0"/>
              <a:t>1</a:t>
            </a:fld>
            <a:endParaRPr lang="en-PK"/>
          </a:p>
        </p:txBody>
      </p:sp>
    </p:spTree>
    <p:extLst>
      <p:ext uri="{BB962C8B-B14F-4D97-AF65-F5344CB8AC3E}">
        <p14:creationId xmlns:p14="http://schemas.microsoft.com/office/powerpoint/2010/main" val="1512403261"/>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125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100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2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2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AEFE7-7212-4005-94D6-112FBB973E2A}"/>
              </a:ext>
            </a:extLst>
          </p:cNvPr>
          <p:cNvSpPr>
            <a:spLocks noGrp="1"/>
          </p:cNvSpPr>
          <p:nvPr>
            <p:ph type="title"/>
          </p:nvPr>
        </p:nvSpPr>
        <p:spPr/>
        <p:txBody>
          <a:bodyPr>
            <a:normAutofit/>
          </a:bodyPr>
          <a:lstStyle/>
          <a:p>
            <a:pPr algn="ctr"/>
            <a:r>
              <a:rPr lang="en-US" sz="5400" dirty="0"/>
              <a:t>Why AI Matters ?</a:t>
            </a:r>
            <a:endParaRPr lang="en-PK" sz="5400" dirty="0"/>
          </a:p>
        </p:txBody>
      </p:sp>
      <p:sp>
        <p:nvSpPr>
          <p:cNvPr id="5" name="Rectangle 2">
            <a:extLst>
              <a:ext uri="{FF2B5EF4-FFF2-40B4-BE49-F238E27FC236}">
                <a16:creationId xmlns:a16="http://schemas.microsoft.com/office/drawing/2014/main" id="{04E9A5CA-11B1-4DF8-A969-8E7A324E9047}"/>
              </a:ext>
            </a:extLst>
          </p:cNvPr>
          <p:cNvSpPr>
            <a:spLocks noGrp="1" noChangeArrowheads="1"/>
          </p:cNvSpPr>
          <p:nvPr>
            <p:ph idx="1"/>
          </p:nvPr>
        </p:nvSpPr>
        <p:spPr bwMode="auto">
          <a:xfrm>
            <a:off x="685800" y="1979699"/>
            <a:ext cx="10810973" cy="445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AI helps us </a:t>
            </a:r>
            <a:r>
              <a:rPr kumimoji="0" lang="en-PK" altLang="en-PK" sz="2400" b="1" i="0" u="none" strike="noStrike" cap="none" normalizeH="0" baseline="0" dirty="0">
                <a:ln>
                  <a:noFill/>
                </a:ln>
                <a:solidFill>
                  <a:schemeClr val="tx1"/>
                </a:solidFill>
                <a:effectLst/>
              </a:rPr>
              <a:t>save time</a:t>
            </a:r>
            <a:r>
              <a:rPr kumimoji="0" lang="en-PK" altLang="en-PK" sz="2400" b="0" i="0" u="none" strike="noStrike" cap="none" normalizeH="0" baseline="0" dirty="0">
                <a:ln>
                  <a:noFill/>
                </a:ln>
                <a:solidFill>
                  <a:schemeClr val="tx1"/>
                </a:solidFill>
                <a:effectLst/>
              </a:rPr>
              <a:t> by doing boring or repetitive tasks automatically.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It makes </a:t>
            </a:r>
            <a:r>
              <a:rPr kumimoji="0" lang="en-PK" altLang="en-PK" sz="2400" b="1" i="0" u="none" strike="noStrike" cap="none" normalizeH="0" baseline="0" dirty="0">
                <a:ln>
                  <a:noFill/>
                </a:ln>
                <a:solidFill>
                  <a:schemeClr val="tx1"/>
                </a:solidFill>
                <a:effectLst/>
              </a:rPr>
              <a:t>smarter decisions</a:t>
            </a:r>
            <a:r>
              <a:rPr kumimoji="0" lang="en-PK" altLang="en-PK" sz="2400" b="0" i="0" u="none" strike="noStrike" cap="none" normalizeH="0" baseline="0" dirty="0">
                <a:ln>
                  <a:noFill/>
                </a:ln>
                <a:solidFill>
                  <a:schemeClr val="tx1"/>
                </a:solidFill>
                <a:effectLst/>
              </a:rPr>
              <a:t> using data — faster than humans can.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AI improves </a:t>
            </a:r>
            <a:r>
              <a:rPr kumimoji="0" lang="en-PK" altLang="en-PK" sz="2400" b="1" i="0" u="none" strike="noStrike" cap="none" normalizeH="0" baseline="0" dirty="0">
                <a:ln>
                  <a:noFill/>
                </a:ln>
                <a:solidFill>
                  <a:schemeClr val="tx1"/>
                </a:solidFill>
                <a:effectLst/>
              </a:rPr>
              <a:t>safety</a:t>
            </a:r>
            <a:r>
              <a:rPr kumimoji="0" lang="en-PK" altLang="en-PK" sz="2400" b="0" i="0" u="none" strike="noStrike" cap="none" normalizeH="0" baseline="0" dirty="0">
                <a:ln>
                  <a:noFill/>
                </a:ln>
                <a:solidFill>
                  <a:schemeClr val="tx1"/>
                </a:solidFill>
                <a:effectLst/>
              </a:rPr>
              <a:t>, like in self-driving cars or disaster warning systems.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It brings </a:t>
            </a:r>
            <a:r>
              <a:rPr kumimoji="0" lang="en-PK" altLang="en-PK" sz="2400" b="1" i="0" u="none" strike="noStrike" cap="none" normalizeH="0" baseline="0" dirty="0">
                <a:ln>
                  <a:noFill/>
                </a:ln>
                <a:solidFill>
                  <a:schemeClr val="tx1"/>
                </a:solidFill>
                <a:effectLst/>
              </a:rPr>
              <a:t>new ideas</a:t>
            </a:r>
            <a:r>
              <a:rPr lang="en-US" altLang="en-PK" sz="2400" dirty="0"/>
              <a:t>  </a:t>
            </a:r>
            <a:r>
              <a:rPr kumimoji="0" lang="en-PK" altLang="en-PK" sz="2400" b="0" i="0" u="none" strike="noStrike" cap="none" normalizeH="0" baseline="0" dirty="0">
                <a:ln>
                  <a:noFill/>
                </a:ln>
                <a:solidFill>
                  <a:schemeClr val="tx1"/>
                </a:solidFill>
                <a:effectLst/>
              </a:rPr>
              <a:t>AI can design, write, and create art!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AI helps </a:t>
            </a:r>
            <a:r>
              <a:rPr kumimoji="0" lang="en-PK" altLang="en-PK" sz="2400" b="1" i="0" u="none" strike="noStrike" cap="none" normalizeH="0" baseline="0" dirty="0">
                <a:ln>
                  <a:noFill/>
                </a:ln>
                <a:solidFill>
                  <a:schemeClr val="tx1"/>
                </a:solidFill>
                <a:effectLst/>
              </a:rPr>
              <a:t>disabled people</a:t>
            </a:r>
            <a:r>
              <a:rPr kumimoji="0" lang="en-PK" altLang="en-PK" sz="2400" b="0" i="0" u="none" strike="noStrike" cap="none" normalizeH="0" baseline="0" dirty="0">
                <a:ln>
                  <a:noFill/>
                </a:ln>
                <a:solidFill>
                  <a:schemeClr val="tx1"/>
                </a:solidFill>
                <a:effectLst/>
              </a:rPr>
              <a:t> (voice-to-text, smart prosthetics,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It gives </a:t>
            </a:r>
            <a:r>
              <a:rPr kumimoji="0" lang="en-PK" altLang="en-PK" sz="2400" b="1" i="0" u="none" strike="noStrike" cap="none" normalizeH="0" baseline="0" dirty="0">
                <a:ln>
                  <a:noFill/>
                </a:ln>
                <a:solidFill>
                  <a:schemeClr val="tx1"/>
                </a:solidFill>
                <a:effectLst/>
              </a:rPr>
              <a:t>personalized experiences</a:t>
            </a:r>
            <a:r>
              <a:rPr kumimoji="0" lang="en-PK" altLang="en-PK" sz="2400" b="0" i="0" u="none" strike="noStrike" cap="none" normalizeH="0" baseline="0" dirty="0">
                <a:ln>
                  <a:noFill/>
                </a:ln>
                <a:solidFill>
                  <a:schemeClr val="tx1"/>
                </a:solidFill>
                <a:effectLst/>
              </a:rPr>
              <a:t>, like Netflix showing what </a:t>
            </a:r>
            <a:r>
              <a:rPr kumimoji="0" lang="en-PK" altLang="en-PK" sz="2400" b="0" i="1" u="none" strike="noStrike" cap="none" normalizeH="0" baseline="0" dirty="0">
                <a:ln>
                  <a:noFill/>
                </a:ln>
                <a:solidFill>
                  <a:schemeClr val="tx1"/>
                </a:solidFill>
                <a:effectLst/>
              </a:rPr>
              <a:t>you</a:t>
            </a:r>
            <a:r>
              <a:rPr kumimoji="0" lang="en-PK" altLang="en-PK" sz="2400" b="0" i="0" u="none" strike="noStrike" cap="none" normalizeH="0" baseline="0" dirty="0">
                <a:ln>
                  <a:noFill/>
                </a:ln>
                <a:solidFill>
                  <a:schemeClr val="tx1"/>
                </a:solidFill>
                <a:effectLst/>
              </a:rPr>
              <a:t> like.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In factories and hospitals, AI reduces </a:t>
            </a:r>
            <a:r>
              <a:rPr kumimoji="0" lang="en-PK" altLang="en-PK" sz="2400" b="1" i="0" u="none" strike="noStrike" cap="none" normalizeH="0" baseline="0" dirty="0">
                <a:ln>
                  <a:noFill/>
                </a:ln>
                <a:solidFill>
                  <a:schemeClr val="tx1"/>
                </a:solidFill>
                <a:effectLst/>
              </a:rPr>
              <a:t>human errors</a:t>
            </a:r>
            <a:r>
              <a:rPr kumimoji="0" lang="en-PK" altLang="en-PK"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It’s helping scientists </a:t>
            </a:r>
            <a:r>
              <a:rPr kumimoji="0" lang="en-PK" altLang="en-PK" sz="2400" b="1" i="0" u="none" strike="noStrike" cap="none" normalizeH="0" baseline="0" dirty="0">
                <a:ln>
                  <a:noFill/>
                </a:ln>
                <a:solidFill>
                  <a:schemeClr val="tx1"/>
                </a:solidFill>
                <a:effectLst/>
              </a:rPr>
              <a:t>find new medicines and energy solutions</a:t>
            </a:r>
            <a:r>
              <a:rPr kumimoji="0" lang="en-PK" altLang="en-PK" sz="2400" b="0" i="0" u="none" strike="noStrike" cap="none" normalizeH="0" baseline="0" dirty="0">
                <a:ln>
                  <a:noFill/>
                </a:ln>
                <a:solidFill>
                  <a:schemeClr val="tx1"/>
                </a:solidFill>
                <a:effectLst/>
              </a:rPr>
              <a:t>.</a:t>
            </a:r>
          </a:p>
        </p:txBody>
      </p:sp>
      <p:sp>
        <p:nvSpPr>
          <p:cNvPr id="3" name="Date Placeholder 2">
            <a:extLst>
              <a:ext uri="{FF2B5EF4-FFF2-40B4-BE49-F238E27FC236}">
                <a16:creationId xmlns:a16="http://schemas.microsoft.com/office/drawing/2014/main" id="{EBB5F1D9-9E5E-4CB8-ABD3-9F956BC35E3F}"/>
              </a:ext>
            </a:extLst>
          </p:cNvPr>
          <p:cNvSpPr>
            <a:spLocks noGrp="1"/>
          </p:cNvSpPr>
          <p:nvPr>
            <p:ph type="dt" sz="half" idx="10"/>
          </p:nvPr>
        </p:nvSpPr>
        <p:spPr/>
        <p:txBody>
          <a:bodyPr/>
          <a:lstStyle/>
          <a:p>
            <a:r>
              <a:rPr lang="en-PK"/>
              <a:t>02/11/2025</a:t>
            </a:r>
          </a:p>
        </p:txBody>
      </p:sp>
      <p:sp>
        <p:nvSpPr>
          <p:cNvPr id="4" name="Footer Placeholder 3">
            <a:extLst>
              <a:ext uri="{FF2B5EF4-FFF2-40B4-BE49-F238E27FC236}">
                <a16:creationId xmlns:a16="http://schemas.microsoft.com/office/drawing/2014/main" id="{AECE9D1A-28B0-49E7-AD7C-5226418086A3}"/>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BBCB9289-1D66-489C-95D9-A73C8D4E3DFC}"/>
              </a:ext>
            </a:extLst>
          </p:cNvPr>
          <p:cNvSpPr>
            <a:spLocks noGrp="1"/>
          </p:cNvSpPr>
          <p:nvPr>
            <p:ph type="sldNum" sz="quarter" idx="12"/>
          </p:nvPr>
        </p:nvSpPr>
        <p:spPr/>
        <p:txBody>
          <a:bodyPr/>
          <a:lstStyle/>
          <a:p>
            <a:fld id="{072CC591-37F3-4A27-BFBD-F3E8E795A272}" type="slidenum">
              <a:rPr lang="en-PK" smtClean="0"/>
              <a:t>2</a:t>
            </a:fld>
            <a:endParaRPr lang="en-PK"/>
          </a:p>
        </p:txBody>
      </p:sp>
    </p:spTree>
    <p:extLst>
      <p:ext uri="{BB962C8B-B14F-4D97-AF65-F5344CB8AC3E}">
        <p14:creationId xmlns:p14="http://schemas.microsoft.com/office/powerpoint/2010/main" val="3284014483"/>
      </p:ext>
    </p:extLst>
  </p:cSld>
  <p:clrMapOvr>
    <a:masterClrMapping/>
  </p:clrMapOvr>
  <mc:AlternateContent xmlns:mc="http://schemas.openxmlformats.org/markup-compatibility/2006" xmlns:p14="http://schemas.microsoft.com/office/powerpoint/2010/main">
    <mc:Choice Requires="p14">
      <p:transition spd="slow" p14:dur="175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1000"/>
                                        <p:tgtEl>
                                          <p:spTgt spid="5">
                                            <p:txEl>
                                              <p:pRg st="1" end="1"/>
                                            </p:txEl>
                                          </p:spTgt>
                                        </p:tgtEl>
                                      </p:cBhvr>
                                    </p:animEffect>
                                    <p:anim calcmode="lin" valueType="num">
                                      <p:cBhvr>
                                        <p:cTn id="2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1000"/>
                                        <p:tgtEl>
                                          <p:spTgt spid="5">
                                            <p:txEl>
                                              <p:pRg st="2" end="2"/>
                                            </p:txEl>
                                          </p:spTgt>
                                        </p:tgtEl>
                                      </p:cBhvr>
                                    </p:animEffect>
                                    <p:anim calcmode="lin" valueType="num">
                                      <p:cBhvr>
                                        <p:cTn id="27"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1000"/>
                                        <p:tgtEl>
                                          <p:spTgt spid="5">
                                            <p:txEl>
                                              <p:pRg st="3" end="3"/>
                                            </p:txEl>
                                          </p:spTgt>
                                        </p:tgtEl>
                                      </p:cBhvr>
                                    </p:animEffect>
                                    <p:anim calcmode="lin" valueType="num">
                                      <p:cBhvr>
                                        <p:cTn id="34"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Effect transition="in" filter="fade">
                                      <p:cBhvr>
                                        <p:cTn id="40" dur="1000"/>
                                        <p:tgtEl>
                                          <p:spTgt spid="5">
                                            <p:txEl>
                                              <p:pRg st="4" end="4"/>
                                            </p:txEl>
                                          </p:spTgt>
                                        </p:tgtEl>
                                      </p:cBhvr>
                                    </p:animEffect>
                                    <p:anim calcmode="lin" valueType="num">
                                      <p:cBhvr>
                                        <p:cTn id="41"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1000"/>
                                        <p:tgtEl>
                                          <p:spTgt spid="5">
                                            <p:txEl>
                                              <p:pRg st="5" end="5"/>
                                            </p:txEl>
                                          </p:spTgt>
                                        </p:tgtEl>
                                      </p:cBhvr>
                                    </p:animEffect>
                                    <p:anim calcmode="lin" valueType="num">
                                      <p:cBhvr>
                                        <p:cTn id="4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5">
                                            <p:txEl>
                                              <p:pRg st="6" end="6"/>
                                            </p:txEl>
                                          </p:spTgt>
                                        </p:tgtEl>
                                        <p:attrNameLst>
                                          <p:attrName>style.visibility</p:attrName>
                                        </p:attrNameLst>
                                      </p:cBhvr>
                                      <p:to>
                                        <p:strVal val="visible"/>
                                      </p:to>
                                    </p:set>
                                    <p:animEffect transition="in" filter="fade">
                                      <p:cBhvr>
                                        <p:cTn id="54" dur="1000"/>
                                        <p:tgtEl>
                                          <p:spTgt spid="5">
                                            <p:txEl>
                                              <p:pRg st="6" end="6"/>
                                            </p:txEl>
                                          </p:spTgt>
                                        </p:tgtEl>
                                      </p:cBhvr>
                                    </p:animEffect>
                                    <p:anim calcmode="lin" valueType="num">
                                      <p:cBhvr>
                                        <p:cTn id="5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5">
                                            <p:txEl>
                                              <p:pRg st="7" end="7"/>
                                            </p:txEl>
                                          </p:spTgt>
                                        </p:tgtEl>
                                        <p:attrNameLst>
                                          <p:attrName>style.visibility</p:attrName>
                                        </p:attrNameLst>
                                      </p:cBhvr>
                                      <p:to>
                                        <p:strVal val="visible"/>
                                      </p:to>
                                    </p:set>
                                    <p:animEffect transition="in" filter="fade">
                                      <p:cBhvr>
                                        <p:cTn id="61" dur="1000"/>
                                        <p:tgtEl>
                                          <p:spTgt spid="5">
                                            <p:txEl>
                                              <p:pRg st="7" end="7"/>
                                            </p:txEl>
                                          </p:spTgt>
                                        </p:tgtEl>
                                      </p:cBhvr>
                                    </p:animEffect>
                                    <p:anim calcmode="lin" valueType="num">
                                      <p:cBhvr>
                                        <p:cTn id="62"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7FE7F-EA77-46F5-ADC3-BCB05482F9AD}"/>
              </a:ext>
            </a:extLst>
          </p:cNvPr>
          <p:cNvSpPr>
            <a:spLocks noGrp="1"/>
          </p:cNvSpPr>
          <p:nvPr>
            <p:ph type="title"/>
          </p:nvPr>
        </p:nvSpPr>
        <p:spPr/>
        <p:txBody>
          <a:bodyPr/>
          <a:lstStyle/>
          <a:p>
            <a:pPr algn="l"/>
            <a:r>
              <a:rPr lang="en-US" dirty="0"/>
              <a:t>History of AI ?</a:t>
            </a:r>
            <a:endParaRPr lang="en-PK" dirty="0"/>
          </a:p>
        </p:txBody>
      </p:sp>
      <p:sp>
        <p:nvSpPr>
          <p:cNvPr id="4" name="Rectangle 1">
            <a:extLst>
              <a:ext uri="{FF2B5EF4-FFF2-40B4-BE49-F238E27FC236}">
                <a16:creationId xmlns:a16="http://schemas.microsoft.com/office/drawing/2014/main" id="{00E960EE-A73D-4F8A-9747-8D2A80144706}"/>
              </a:ext>
            </a:extLst>
          </p:cNvPr>
          <p:cNvSpPr>
            <a:spLocks noGrp="1" noChangeArrowheads="1"/>
          </p:cNvSpPr>
          <p:nvPr>
            <p:ph idx="1"/>
          </p:nvPr>
        </p:nvSpPr>
        <p:spPr bwMode="auto">
          <a:xfrm>
            <a:off x="685800" y="2908768"/>
            <a:ext cx="9044464" cy="2595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800" b="0" i="0" u="sng" strike="noStrike" cap="none" normalizeH="0" baseline="0" dirty="0">
                <a:ln>
                  <a:noFill/>
                </a:ln>
                <a:solidFill>
                  <a:schemeClr val="tx1"/>
                </a:solidFill>
                <a:effectLst/>
              </a:rPr>
              <a:t>1950s </a:t>
            </a:r>
            <a:r>
              <a:rPr kumimoji="0" lang="en-US" altLang="en-PK" sz="2800" b="0" i="0" u="sng" strike="noStrike" cap="none" normalizeH="0" baseline="0" dirty="0">
                <a:ln>
                  <a:noFill/>
                </a:ln>
                <a:solidFill>
                  <a:schemeClr val="tx1"/>
                </a:solidFill>
                <a:effectLst/>
              </a:rPr>
              <a:t>--</a:t>
            </a:r>
            <a:r>
              <a:rPr kumimoji="0" lang="en-PK" altLang="en-PK" sz="2800" b="0" i="0" u="sng" strike="noStrike" cap="none" normalizeH="0" baseline="0" dirty="0">
                <a:ln>
                  <a:noFill/>
                </a:ln>
                <a:solidFill>
                  <a:schemeClr val="tx1"/>
                </a:solidFill>
                <a:effectLst/>
              </a:rPr>
              <a:t>The dream of smart machines begins.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800" b="0" i="0" u="sng" strike="noStrike" cap="none" normalizeH="0" baseline="0" dirty="0">
                <a:ln>
                  <a:noFill/>
                </a:ln>
                <a:solidFill>
                  <a:schemeClr val="tx1"/>
                </a:solidFill>
                <a:effectLst/>
              </a:rPr>
              <a:t>1997 – AI beats humans in chess.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800" b="0" i="0" u="sng" strike="noStrike" cap="none" normalizeH="0" baseline="0" dirty="0">
                <a:ln>
                  <a:noFill/>
                </a:ln>
                <a:solidFill>
                  <a:schemeClr val="tx1"/>
                </a:solidFill>
                <a:effectLst/>
              </a:rPr>
              <a:t>2010s – AI enters our phones and homes.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800" b="0" i="0" u="sng" strike="noStrike" cap="none" normalizeH="0" baseline="0" dirty="0">
                <a:ln>
                  <a:noFill/>
                </a:ln>
                <a:solidFill>
                  <a:schemeClr val="tx1"/>
                </a:solidFill>
                <a:effectLst/>
              </a:rPr>
              <a:t>Today – AI creates art, drives cars, and writes text!</a:t>
            </a:r>
          </a:p>
        </p:txBody>
      </p:sp>
      <p:sp>
        <p:nvSpPr>
          <p:cNvPr id="3" name="Date Placeholder 2">
            <a:extLst>
              <a:ext uri="{FF2B5EF4-FFF2-40B4-BE49-F238E27FC236}">
                <a16:creationId xmlns:a16="http://schemas.microsoft.com/office/drawing/2014/main" id="{0C75A6EE-2EB6-44AE-B866-4E313ADA41BB}"/>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20F4DD04-060A-4F69-BEFC-6DDF3A36A5C9}"/>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8C2FCA1B-E957-45E2-A2AA-C931EFD31DFD}"/>
              </a:ext>
            </a:extLst>
          </p:cNvPr>
          <p:cNvSpPr>
            <a:spLocks noGrp="1"/>
          </p:cNvSpPr>
          <p:nvPr>
            <p:ph type="sldNum" sz="quarter" idx="12"/>
          </p:nvPr>
        </p:nvSpPr>
        <p:spPr/>
        <p:txBody>
          <a:bodyPr/>
          <a:lstStyle/>
          <a:p>
            <a:fld id="{072CC591-37F3-4A27-BFBD-F3E8E795A272}" type="slidenum">
              <a:rPr lang="en-PK" smtClean="0"/>
              <a:t>3</a:t>
            </a:fld>
            <a:endParaRPr lang="en-PK"/>
          </a:p>
        </p:txBody>
      </p:sp>
    </p:spTree>
    <p:extLst>
      <p:ext uri="{BB962C8B-B14F-4D97-AF65-F5344CB8AC3E}">
        <p14:creationId xmlns:p14="http://schemas.microsoft.com/office/powerpoint/2010/main" val="643992551"/>
      </p:ext>
    </p:extLst>
  </p:cSld>
  <p:clrMapOvr>
    <a:masterClrMapping/>
  </p:clrMapOvr>
  <mc:AlternateContent xmlns:mc="http://schemas.openxmlformats.org/markup-compatibility/2006" xmlns:p14="http://schemas.microsoft.com/office/powerpoint/2010/main">
    <mc:Choice Requires="p14">
      <p:transition spd="slow" p14:dur="20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wipe(down)">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wipe(down)">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wipe(down)">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wipe(down)">
                                      <p:cBhvr>
                                        <p:cTn id="2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3D02A-5C42-406A-8D76-FFB79E5DF524}"/>
              </a:ext>
            </a:extLst>
          </p:cNvPr>
          <p:cNvSpPr>
            <a:spLocks noGrp="1"/>
          </p:cNvSpPr>
          <p:nvPr>
            <p:ph type="title"/>
          </p:nvPr>
        </p:nvSpPr>
        <p:spPr/>
        <p:txBody>
          <a:bodyPr/>
          <a:lstStyle/>
          <a:p>
            <a:pPr algn="l"/>
            <a:r>
              <a:rPr lang="en-US" dirty="0"/>
              <a:t>How AI Works ?</a:t>
            </a:r>
            <a:endParaRPr lang="en-PK" dirty="0"/>
          </a:p>
        </p:txBody>
      </p:sp>
      <p:sp>
        <p:nvSpPr>
          <p:cNvPr id="3" name="Content Placeholder 2">
            <a:extLst>
              <a:ext uri="{FF2B5EF4-FFF2-40B4-BE49-F238E27FC236}">
                <a16:creationId xmlns:a16="http://schemas.microsoft.com/office/drawing/2014/main" id="{A1694E36-25B8-4C9E-B50F-56CA9AD2E62E}"/>
              </a:ext>
            </a:extLst>
          </p:cNvPr>
          <p:cNvSpPr>
            <a:spLocks noGrp="1"/>
          </p:cNvSpPr>
          <p:nvPr>
            <p:ph idx="1"/>
          </p:nvPr>
        </p:nvSpPr>
        <p:spPr/>
        <p:txBody>
          <a:bodyPr>
            <a:normAutofit/>
          </a:bodyPr>
          <a:lstStyle/>
          <a:p>
            <a:pPr>
              <a:lnSpc>
                <a:spcPct val="150000"/>
              </a:lnSpc>
            </a:pPr>
            <a:r>
              <a:rPr lang="en-US" sz="2400" dirty="0"/>
              <a:t>AI learns from </a:t>
            </a:r>
            <a:r>
              <a:rPr lang="en-US" sz="2400" b="1" dirty="0"/>
              <a:t>data</a:t>
            </a:r>
            <a:r>
              <a:rPr lang="en-US" sz="2400" dirty="0"/>
              <a:t> – the more it sees, the smarter it gets!</a:t>
            </a:r>
            <a:br>
              <a:rPr lang="en-US" sz="2400" dirty="0"/>
            </a:br>
            <a:r>
              <a:rPr lang="en-US" sz="2400" dirty="0"/>
              <a:t>It uses </a:t>
            </a:r>
            <a:r>
              <a:rPr lang="en-US" sz="2400" b="1" dirty="0"/>
              <a:t>algorithms</a:t>
            </a:r>
            <a:r>
              <a:rPr lang="en-US" sz="2400" dirty="0"/>
              <a:t> (step-by-step rules) to find patterns and make decisions.</a:t>
            </a:r>
            <a:br>
              <a:rPr lang="en-US" sz="2400" dirty="0"/>
            </a:br>
            <a:r>
              <a:rPr lang="en-US" sz="2400" dirty="0"/>
              <a:t>Think of it like “training a brain” using examples.</a:t>
            </a:r>
            <a:endParaRPr lang="en-PK" sz="2400" dirty="0"/>
          </a:p>
        </p:txBody>
      </p:sp>
      <p:sp>
        <p:nvSpPr>
          <p:cNvPr id="4" name="Date Placeholder 3">
            <a:extLst>
              <a:ext uri="{FF2B5EF4-FFF2-40B4-BE49-F238E27FC236}">
                <a16:creationId xmlns:a16="http://schemas.microsoft.com/office/drawing/2014/main" id="{5E08D235-11D3-45FE-A549-7C9667909B92}"/>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8F2E8664-60E8-4EE2-85CC-4AE7171F9FA1}"/>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3FCE1D88-2C13-4024-BB55-6899430FD415}"/>
              </a:ext>
            </a:extLst>
          </p:cNvPr>
          <p:cNvSpPr>
            <a:spLocks noGrp="1"/>
          </p:cNvSpPr>
          <p:nvPr>
            <p:ph type="sldNum" sz="quarter" idx="12"/>
          </p:nvPr>
        </p:nvSpPr>
        <p:spPr/>
        <p:txBody>
          <a:bodyPr/>
          <a:lstStyle/>
          <a:p>
            <a:fld id="{072CC591-37F3-4A27-BFBD-F3E8E795A272}" type="slidenum">
              <a:rPr lang="en-PK" smtClean="0"/>
              <a:t>4</a:t>
            </a:fld>
            <a:endParaRPr lang="en-PK"/>
          </a:p>
        </p:txBody>
      </p:sp>
    </p:spTree>
    <p:extLst>
      <p:ext uri="{BB962C8B-B14F-4D97-AF65-F5344CB8AC3E}">
        <p14:creationId xmlns:p14="http://schemas.microsoft.com/office/powerpoint/2010/main" val="136199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264F-ED95-4FFE-8D94-4BBE9B95A5D7}"/>
              </a:ext>
            </a:extLst>
          </p:cNvPr>
          <p:cNvSpPr>
            <a:spLocks noGrp="1"/>
          </p:cNvSpPr>
          <p:nvPr>
            <p:ph type="title"/>
          </p:nvPr>
        </p:nvSpPr>
        <p:spPr/>
        <p:txBody>
          <a:bodyPr/>
          <a:lstStyle/>
          <a:p>
            <a:pPr algn="l"/>
            <a:r>
              <a:rPr lang="en-US" dirty="0"/>
              <a:t>Types of AI ?</a:t>
            </a:r>
            <a:endParaRPr lang="en-PK" dirty="0"/>
          </a:p>
        </p:txBody>
      </p:sp>
      <p:sp>
        <p:nvSpPr>
          <p:cNvPr id="4" name="Rectangle 1">
            <a:extLst>
              <a:ext uri="{FF2B5EF4-FFF2-40B4-BE49-F238E27FC236}">
                <a16:creationId xmlns:a16="http://schemas.microsoft.com/office/drawing/2014/main" id="{E9CC8B3F-BA1E-4232-A59E-80584538288D}"/>
              </a:ext>
            </a:extLst>
          </p:cNvPr>
          <p:cNvSpPr>
            <a:spLocks noGrp="1" noChangeArrowheads="1"/>
          </p:cNvSpPr>
          <p:nvPr>
            <p:ph idx="1"/>
          </p:nvPr>
        </p:nvSpPr>
        <p:spPr bwMode="auto">
          <a:xfrm>
            <a:off x="685800" y="3406404"/>
            <a:ext cx="1113157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800" b="1" i="0" u="none" strike="noStrike" cap="none" normalizeH="0" baseline="0" dirty="0">
                <a:ln>
                  <a:noFill/>
                </a:ln>
                <a:solidFill>
                  <a:schemeClr val="tx1"/>
                </a:solidFill>
                <a:effectLst/>
              </a:rPr>
              <a:t>Narrow AI:</a:t>
            </a:r>
            <a:r>
              <a:rPr kumimoji="0" lang="en-PK" altLang="en-PK" sz="2800" b="0" i="0" u="none" strike="noStrike" cap="none" normalizeH="0" baseline="0" dirty="0">
                <a:ln>
                  <a:noFill/>
                </a:ln>
                <a:solidFill>
                  <a:schemeClr val="tx1"/>
                </a:solidFill>
                <a:effectLst/>
              </a:rPr>
              <a:t> Does one task well (like Google Translate).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800" b="1" i="0" u="none" strike="noStrike" cap="none" normalizeH="0" baseline="0" dirty="0">
                <a:ln>
                  <a:noFill/>
                </a:ln>
                <a:solidFill>
                  <a:schemeClr val="tx1"/>
                </a:solidFill>
                <a:effectLst/>
              </a:rPr>
              <a:t>General AI:</a:t>
            </a:r>
            <a:r>
              <a:rPr kumimoji="0" lang="en-PK" altLang="en-PK" sz="2800" b="0" i="0" u="none" strike="noStrike" cap="none" normalizeH="0" baseline="0" dirty="0">
                <a:ln>
                  <a:noFill/>
                </a:ln>
                <a:solidFill>
                  <a:schemeClr val="tx1"/>
                </a:solidFill>
                <a:effectLst/>
              </a:rPr>
              <a:t> Can think and learn like a human (not made yet).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800" b="1" i="0" u="none" strike="noStrike" cap="none" normalizeH="0" baseline="0" dirty="0">
                <a:ln>
                  <a:noFill/>
                </a:ln>
                <a:solidFill>
                  <a:schemeClr val="tx1"/>
                </a:solidFill>
                <a:effectLst/>
              </a:rPr>
              <a:t>Super AI:</a:t>
            </a:r>
            <a:r>
              <a:rPr kumimoji="0" lang="en-PK" altLang="en-PK" sz="2800" b="0" i="0" u="none" strike="noStrike" cap="none" normalizeH="0" baseline="0" dirty="0">
                <a:ln>
                  <a:noFill/>
                </a:ln>
                <a:solidFill>
                  <a:schemeClr val="tx1"/>
                </a:solidFill>
                <a:effectLst/>
              </a:rPr>
              <a:t> Smarter than humans (just an idea for now).</a:t>
            </a:r>
          </a:p>
        </p:txBody>
      </p:sp>
      <p:sp>
        <p:nvSpPr>
          <p:cNvPr id="3" name="Date Placeholder 2">
            <a:extLst>
              <a:ext uri="{FF2B5EF4-FFF2-40B4-BE49-F238E27FC236}">
                <a16:creationId xmlns:a16="http://schemas.microsoft.com/office/drawing/2014/main" id="{26AE9219-9BAB-41E2-B755-DA607A8F5E65}"/>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85D221FF-839E-4AF3-9436-77BD9F1FF4E8}"/>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E481C45D-F5AB-4D3E-8939-5D644F4B5EDB}"/>
              </a:ext>
            </a:extLst>
          </p:cNvPr>
          <p:cNvSpPr>
            <a:spLocks noGrp="1"/>
          </p:cNvSpPr>
          <p:nvPr>
            <p:ph type="sldNum" sz="quarter" idx="12"/>
          </p:nvPr>
        </p:nvSpPr>
        <p:spPr/>
        <p:txBody>
          <a:bodyPr/>
          <a:lstStyle/>
          <a:p>
            <a:fld id="{072CC591-37F3-4A27-BFBD-F3E8E795A272}" type="slidenum">
              <a:rPr lang="en-PK" smtClean="0"/>
              <a:t>5</a:t>
            </a:fld>
            <a:endParaRPr lang="en-PK"/>
          </a:p>
        </p:txBody>
      </p:sp>
    </p:spTree>
    <p:extLst>
      <p:ext uri="{BB962C8B-B14F-4D97-AF65-F5344CB8AC3E}">
        <p14:creationId xmlns:p14="http://schemas.microsoft.com/office/powerpoint/2010/main" val="20663021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11DE7-3EB6-4357-BF87-76F62C545B70}"/>
              </a:ext>
            </a:extLst>
          </p:cNvPr>
          <p:cNvSpPr>
            <a:spLocks noGrp="1"/>
          </p:cNvSpPr>
          <p:nvPr>
            <p:ph type="title"/>
          </p:nvPr>
        </p:nvSpPr>
        <p:spPr/>
        <p:txBody>
          <a:bodyPr/>
          <a:lstStyle/>
          <a:p>
            <a:r>
              <a:rPr lang="en-US" dirty="0"/>
              <a:t>Cool Examples Around Us ?</a:t>
            </a:r>
            <a:endParaRPr lang="en-PK" dirty="0"/>
          </a:p>
        </p:txBody>
      </p:sp>
      <p:sp>
        <p:nvSpPr>
          <p:cNvPr id="4" name="Rectangle 1">
            <a:extLst>
              <a:ext uri="{FF2B5EF4-FFF2-40B4-BE49-F238E27FC236}">
                <a16:creationId xmlns:a16="http://schemas.microsoft.com/office/drawing/2014/main" id="{BFC0DE8D-6AFB-4F49-9425-AF17B0571B28}"/>
              </a:ext>
            </a:extLst>
          </p:cNvPr>
          <p:cNvSpPr>
            <a:spLocks noGrp="1" noChangeArrowheads="1"/>
          </p:cNvSpPr>
          <p:nvPr>
            <p:ph idx="1"/>
          </p:nvPr>
        </p:nvSpPr>
        <p:spPr bwMode="auto">
          <a:xfrm>
            <a:off x="703729" y="2362181"/>
            <a:ext cx="77858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800" b="0" i="0" u="none" strike="noStrike" cap="none" normalizeH="0" baseline="0" dirty="0">
                <a:ln>
                  <a:noFill/>
                </a:ln>
                <a:solidFill>
                  <a:schemeClr val="tx1"/>
                </a:solidFill>
                <a:effectLst/>
              </a:rPr>
              <a:t> </a:t>
            </a:r>
            <a:r>
              <a:rPr kumimoji="0" lang="en-PK" altLang="en-PK" sz="2800" b="0" i="0" u="none" strike="noStrike" cap="none" normalizeH="0" baseline="0" dirty="0">
                <a:ln>
                  <a:noFill/>
                </a:ln>
                <a:solidFill>
                  <a:schemeClr val="tx1"/>
                </a:solidFill>
                <a:effectLst/>
              </a:rPr>
              <a:t>Face unlock on phones</a:t>
            </a:r>
            <a:r>
              <a:rPr kumimoji="0" lang="en-US" altLang="en-PK" sz="2800" b="0" i="0" u="none" strike="noStrike" cap="none" normalizeH="0" baseline="0" dirty="0">
                <a:ln>
                  <a:noFill/>
                </a:ln>
                <a:solidFill>
                  <a:schemeClr val="tx1"/>
                </a:solidFill>
                <a:effectLst/>
              </a:rPr>
              <a:t>.</a:t>
            </a:r>
            <a:endParaRPr kumimoji="0" lang="en-PK" altLang="en-PK"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800" b="0" i="0" u="none" strike="noStrike" cap="none" normalizeH="0" baseline="0" dirty="0">
                <a:ln>
                  <a:noFill/>
                </a:ln>
                <a:solidFill>
                  <a:schemeClr val="tx1"/>
                </a:solidFill>
                <a:effectLst/>
              </a:rPr>
              <a:t> </a:t>
            </a:r>
            <a:r>
              <a:rPr kumimoji="0" lang="en-PK" altLang="en-PK" sz="2800" b="0" i="0" u="none" strike="noStrike" cap="none" normalizeH="0" baseline="0" dirty="0">
                <a:ln>
                  <a:noFill/>
                </a:ln>
                <a:solidFill>
                  <a:schemeClr val="tx1"/>
                </a:solidFill>
                <a:effectLst/>
              </a:rPr>
              <a:t>Self-driving cars</a:t>
            </a:r>
            <a:r>
              <a:rPr kumimoji="0" lang="en-US" altLang="en-PK" sz="2800" b="0" i="0" u="none" strike="noStrike" cap="none" normalizeH="0" baseline="0" dirty="0">
                <a:ln>
                  <a:noFill/>
                </a:ln>
                <a:solidFill>
                  <a:schemeClr val="tx1"/>
                </a:solidFill>
                <a:effectLst/>
              </a:rPr>
              <a:t>.</a:t>
            </a:r>
            <a:endParaRPr kumimoji="0" lang="en-PK" altLang="en-PK"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800" b="0" i="0" u="none" strike="noStrike" cap="none" normalizeH="0" baseline="0" dirty="0">
                <a:ln>
                  <a:noFill/>
                </a:ln>
                <a:solidFill>
                  <a:schemeClr val="tx1"/>
                </a:solidFill>
                <a:effectLst/>
              </a:rPr>
              <a:t> </a:t>
            </a:r>
            <a:r>
              <a:rPr kumimoji="0" lang="en-PK" altLang="en-PK" sz="2800" b="0" i="0" u="none" strike="noStrike" cap="none" normalizeH="0" baseline="0" dirty="0">
                <a:ln>
                  <a:noFill/>
                </a:ln>
                <a:solidFill>
                  <a:schemeClr val="tx1"/>
                </a:solidFill>
                <a:effectLst/>
              </a:rPr>
              <a:t>Netflix recommendations</a:t>
            </a:r>
            <a:r>
              <a:rPr kumimoji="0" lang="en-US" altLang="en-PK" sz="2800" b="0" i="0" u="none" strike="noStrike" cap="none" normalizeH="0" baseline="0" dirty="0">
                <a:ln>
                  <a:noFill/>
                </a:ln>
                <a:solidFill>
                  <a:schemeClr val="tx1"/>
                </a:solidFill>
                <a:effectLst/>
              </a:rPr>
              <a:t>.</a:t>
            </a:r>
          </a:p>
          <a:p>
            <a:pPr eaLnBrk="0" fontAlgn="base" hangingPunct="0">
              <a:lnSpc>
                <a:spcPct val="100000"/>
              </a:lnSpc>
              <a:spcBef>
                <a:spcPct val="0"/>
              </a:spcBef>
              <a:spcAft>
                <a:spcPct val="0"/>
              </a:spcAft>
            </a:pPr>
            <a:r>
              <a:rPr lang="en-US" sz="2800" dirty="0"/>
              <a:t> Smart home devices.</a:t>
            </a:r>
            <a:endParaRPr lang="en-US" sz="4000" dirty="0"/>
          </a:p>
          <a:p>
            <a:pPr eaLnBrk="0" fontAlgn="base" hangingPunct="0">
              <a:lnSpc>
                <a:spcPct val="100000"/>
              </a:lnSpc>
              <a:spcBef>
                <a:spcPct val="0"/>
              </a:spcBef>
              <a:spcAft>
                <a:spcPct val="0"/>
              </a:spcAft>
            </a:pPr>
            <a:r>
              <a:rPr lang="en-US" sz="2800" dirty="0"/>
              <a:t> Chatbots.</a:t>
            </a:r>
            <a:endParaRPr lang="en-US" altLang="en-PK" sz="2400" dirty="0"/>
          </a:p>
        </p:txBody>
      </p:sp>
      <p:sp>
        <p:nvSpPr>
          <p:cNvPr id="3" name="Date Placeholder 2">
            <a:extLst>
              <a:ext uri="{FF2B5EF4-FFF2-40B4-BE49-F238E27FC236}">
                <a16:creationId xmlns:a16="http://schemas.microsoft.com/office/drawing/2014/main" id="{39DDBB17-F9D4-4BCD-AA10-A73F1200A382}"/>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7F61B395-F0FA-4961-81B2-92BF3DC8D85E}"/>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0BE87073-C4A5-45E6-8814-EA4B9309DF85}"/>
              </a:ext>
            </a:extLst>
          </p:cNvPr>
          <p:cNvSpPr>
            <a:spLocks noGrp="1"/>
          </p:cNvSpPr>
          <p:nvPr>
            <p:ph type="sldNum" sz="quarter" idx="12"/>
          </p:nvPr>
        </p:nvSpPr>
        <p:spPr/>
        <p:txBody>
          <a:bodyPr/>
          <a:lstStyle/>
          <a:p>
            <a:fld id="{072CC591-37F3-4A27-BFBD-F3E8E795A272}" type="slidenum">
              <a:rPr lang="en-PK" smtClean="0"/>
              <a:t>6</a:t>
            </a:fld>
            <a:endParaRPr lang="en-PK"/>
          </a:p>
        </p:txBody>
      </p:sp>
    </p:spTree>
    <p:extLst>
      <p:ext uri="{BB962C8B-B14F-4D97-AF65-F5344CB8AC3E}">
        <p14:creationId xmlns:p14="http://schemas.microsoft.com/office/powerpoint/2010/main" val="374476563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1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BC06-8184-4044-A294-08965352BADE}"/>
              </a:ext>
            </a:extLst>
          </p:cNvPr>
          <p:cNvSpPr>
            <a:spLocks noGrp="1"/>
          </p:cNvSpPr>
          <p:nvPr>
            <p:ph type="title"/>
          </p:nvPr>
        </p:nvSpPr>
        <p:spPr/>
        <p:txBody>
          <a:bodyPr/>
          <a:lstStyle/>
          <a:p>
            <a:pPr algn="l"/>
            <a:r>
              <a:rPr lang="en-US" dirty="0"/>
              <a:t>AI in Different Fields ?</a:t>
            </a:r>
            <a:endParaRPr lang="en-PK" dirty="0"/>
          </a:p>
        </p:txBody>
      </p:sp>
      <p:sp>
        <p:nvSpPr>
          <p:cNvPr id="3" name="Content Placeholder 2">
            <a:extLst>
              <a:ext uri="{FF2B5EF4-FFF2-40B4-BE49-F238E27FC236}">
                <a16:creationId xmlns:a16="http://schemas.microsoft.com/office/drawing/2014/main" id="{2C6EFB45-1C73-4DC8-9C3B-9A2FFCD626E6}"/>
              </a:ext>
            </a:extLst>
          </p:cNvPr>
          <p:cNvSpPr>
            <a:spLocks noGrp="1"/>
          </p:cNvSpPr>
          <p:nvPr>
            <p:ph idx="1"/>
          </p:nvPr>
        </p:nvSpPr>
        <p:spPr/>
        <p:txBody>
          <a:bodyPr/>
          <a:lstStyle/>
          <a:p>
            <a:pPr>
              <a:lnSpc>
                <a:spcPct val="150000"/>
              </a:lnSpc>
            </a:pPr>
            <a:r>
              <a:rPr lang="en-US" sz="2400" b="1" dirty="0"/>
              <a:t>Healthcare:</a:t>
            </a:r>
            <a:r>
              <a:rPr lang="en-US" sz="2400" dirty="0"/>
              <a:t> Finding diseases faster.</a:t>
            </a:r>
            <a:br>
              <a:rPr lang="en-US" sz="2400" dirty="0"/>
            </a:br>
            <a:r>
              <a:rPr lang="en-PK" sz="2400" dirty="0"/>
              <a:t> </a:t>
            </a:r>
            <a:r>
              <a:rPr lang="en-US" sz="2400" b="1" dirty="0"/>
              <a:t>Transport:</a:t>
            </a:r>
            <a:r>
              <a:rPr lang="en-US" sz="2400" dirty="0"/>
              <a:t> Safer, smarter driving.</a:t>
            </a:r>
            <a:br>
              <a:rPr lang="en-US" sz="2400" dirty="0"/>
            </a:br>
            <a:r>
              <a:rPr lang="en-US" sz="2400" dirty="0"/>
              <a:t> </a:t>
            </a:r>
            <a:r>
              <a:rPr lang="en-US" sz="2400" b="1" dirty="0"/>
              <a:t>Gaming:</a:t>
            </a:r>
            <a:r>
              <a:rPr lang="en-US" sz="2400" dirty="0"/>
              <a:t> Smarter opponents.</a:t>
            </a:r>
            <a:br>
              <a:rPr lang="en-US" sz="2400" dirty="0"/>
            </a:br>
            <a:r>
              <a:rPr lang="en-PK" sz="2400" dirty="0"/>
              <a:t> </a:t>
            </a:r>
            <a:r>
              <a:rPr lang="en-US" sz="2400" b="1" dirty="0"/>
              <a:t>Education:</a:t>
            </a:r>
            <a:r>
              <a:rPr lang="en-US" sz="2400" dirty="0"/>
              <a:t> Personalized learning.</a:t>
            </a:r>
            <a:br>
              <a:rPr lang="en-US" sz="2400" dirty="0"/>
            </a:br>
            <a:r>
              <a:rPr lang="en-PK" sz="2400" dirty="0"/>
              <a:t> </a:t>
            </a:r>
            <a:r>
              <a:rPr lang="en-US" sz="2400" b="1" dirty="0"/>
              <a:t>Business:</a:t>
            </a:r>
            <a:r>
              <a:rPr lang="en-US" sz="2400" dirty="0"/>
              <a:t> Predicting trends.</a:t>
            </a:r>
            <a:br>
              <a:rPr lang="en-US" sz="2400" dirty="0"/>
            </a:br>
            <a:r>
              <a:rPr lang="en-US" sz="2400" dirty="0"/>
              <a:t> </a:t>
            </a:r>
            <a:endParaRPr lang="en-PK" dirty="0"/>
          </a:p>
        </p:txBody>
      </p:sp>
      <p:sp>
        <p:nvSpPr>
          <p:cNvPr id="4" name="Date Placeholder 3">
            <a:extLst>
              <a:ext uri="{FF2B5EF4-FFF2-40B4-BE49-F238E27FC236}">
                <a16:creationId xmlns:a16="http://schemas.microsoft.com/office/drawing/2014/main" id="{F02012AD-3F77-4D7D-BEEE-527928B32443}"/>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36108CFE-C30A-46CE-B834-E9A7B7367DFD}"/>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F8C317C0-B272-432E-9284-800FC6019374}"/>
              </a:ext>
            </a:extLst>
          </p:cNvPr>
          <p:cNvSpPr>
            <a:spLocks noGrp="1"/>
          </p:cNvSpPr>
          <p:nvPr>
            <p:ph type="sldNum" sz="quarter" idx="12"/>
          </p:nvPr>
        </p:nvSpPr>
        <p:spPr/>
        <p:txBody>
          <a:bodyPr/>
          <a:lstStyle/>
          <a:p>
            <a:fld id="{072CC591-37F3-4A27-BFBD-F3E8E795A272}" type="slidenum">
              <a:rPr lang="en-PK" smtClean="0"/>
              <a:t>7</a:t>
            </a:fld>
            <a:endParaRPr lang="en-PK"/>
          </a:p>
        </p:txBody>
      </p:sp>
    </p:spTree>
    <p:extLst>
      <p:ext uri="{BB962C8B-B14F-4D97-AF65-F5344CB8AC3E}">
        <p14:creationId xmlns:p14="http://schemas.microsoft.com/office/powerpoint/2010/main" val="1498337587"/>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938C-4C8F-41D5-BDA8-75666F9C5291}"/>
              </a:ext>
            </a:extLst>
          </p:cNvPr>
          <p:cNvSpPr>
            <a:spLocks noGrp="1"/>
          </p:cNvSpPr>
          <p:nvPr>
            <p:ph type="title"/>
          </p:nvPr>
        </p:nvSpPr>
        <p:spPr/>
        <p:txBody>
          <a:bodyPr>
            <a:normAutofit fontScale="90000"/>
          </a:bodyPr>
          <a:lstStyle/>
          <a:p>
            <a:pPr algn="ctr">
              <a:lnSpc>
                <a:spcPct val="100000"/>
              </a:lnSpc>
            </a:pPr>
            <a:r>
              <a:rPr lang="en-US" dirty="0"/>
              <a:t>Good Side vs. Bad Side ?</a:t>
            </a:r>
            <a:br>
              <a:rPr lang="en-PK" dirty="0"/>
            </a:br>
            <a:endParaRPr lang="en-PK" dirty="0"/>
          </a:p>
        </p:txBody>
      </p:sp>
      <p:sp>
        <p:nvSpPr>
          <p:cNvPr id="3" name="Content Placeholder 2">
            <a:extLst>
              <a:ext uri="{FF2B5EF4-FFF2-40B4-BE49-F238E27FC236}">
                <a16:creationId xmlns:a16="http://schemas.microsoft.com/office/drawing/2014/main" id="{1C7B495E-9503-417B-8983-058B6F5CB654}"/>
              </a:ext>
            </a:extLst>
          </p:cNvPr>
          <p:cNvSpPr>
            <a:spLocks noGrp="1"/>
          </p:cNvSpPr>
          <p:nvPr>
            <p:ph idx="1"/>
          </p:nvPr>
        </p:nvSpPr>
        <p:spPr/>
        <p:txBody>
          <a:bodyPr/>
          <a:lstStyle/>
          <a:p>
            <a:pPr>
              <a:lnSpc>
                <a:spcPct val="150000"/>
              </a:lnSpc>
            </a:pPr>
            <a:r>
              <a:rPr lang="en-PK" b="1" dirty="0"/>
              <a:t> </a:t>
            </a:r>
            <a:r>
              <a:rPr lang="en-US" b="1" dirty="0"/>
              <a:t>Pros:</a:t>
            </a:r>
            <a:r>
              <a:rPr lang="en-US" dirty="0"/>
              <a:t> Fast work, fewer errors, creative help, 24/7 availability.</a:t>
            </a:r>
          </a:p>
          <a:p>
            <a:pPr>
              <a:lnSpc>
                <a:spcPct val="150000"/>
              </a:lnSpc>
            </a:pPr>
            <a:endParaRPr lang="en-US" dirty="0"/>
          </a:p>
          <a:p>
            <a:pPr>
              <a:lnSpc>
                <a:spcPct val="150000"/>
              </a:lnSpc>
            </a:pPr>
            <a:r>
              <a:rPr lang="en-US" b="1" dirty="0"/>
              <a:t>Cons:</a:t>
            </a:r>
            <a:r>
              <a:rPr lang="en-US" dirty="0"/>
              <a:t> Job loss fears, privacy issues, bias, no emotions.</a:t>
            </a:r>
            <a:br>
              <a:rPr lang="en-US" dirty="0"/>
            </a:br>
            <a:endParaRPr lang="en-PK" dirty="0"/>
          </a:p>
        </p:txBody>
      </p:sp>
      <p:sp>
        <p:nvSpPr>
          <p:cNvPr id="4" name="Date Placeholder 3">
            <a:extLst>
              <a:ext uri="{FF2B5EF4-FFF2-40B4-BE49-F238E27FC236}">
                <a16:creationId xmlns:a16="http://schemas.microsoft.com/office/drawing/2014/main" id="{C30A06A2-A03B-43C5-A488-3A763F259B34}"/>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33FB968F-7A60-4FB5-8122-2A3FF23C0A67}"/>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7666EAF4-3AF0-4156-9380-6D81BC0199E1}"/>
              </a:ext>
            </a:extLst>
          </p:cNvPr>
          <p:cNvSpPr>
            <a:spLocks noGrp="1"/>
          </p:cNvSpPr>
          <p:nvPr>
            <p:ph type="sldNum" sz="quarter" idx="12"/>
          </p:nvPr>
        </p:nvSpPr>
        <p:spPr/>
        <p:txBody>
          <a:bodyPr/>
          <a:lstStyle/>
          <a:p>
            <a:fld id="{072CC591-37F3-4A27-BFBD-F3E8E795A272}" type="slidenum">
              <a:rPr lang="en-PK" smtClean="0"/>
              <a:t>8</a:t>
            </a:fld>
            <a:endParaRPr lang="en-PK"/>
          </a:p>
        </p:txBody>
      </p:sp>
    </p:spTree>
    <p:extLst>
      <p:ext uri="{BB962C8B-B14F-4D97-AF65-F5344CB8AC3E}">
        <p14:creationId xmlns:p14="http://schemas.microsoft.com/office/powerpoint/2010/main" val="251859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245BC-A0BD-4E68-9C79-F66B8634CFCC}"/>
              </a:ext>
            </a:extLst>
          </p:cNvPr>
          <p:cNvSpPr>
            <a:spLocks noGrp="1"/>
          </p:cNvSpPr>
          <p:nvPr>
            <p:ph type="title"/>
          </p:nvPr>
        </p:nvSpPr>
        <p:spPr/>
        <p:txBody>
          <a:bodyPr/>
          <a:lstStyle/>
          <a:p>
            <a:pPr algn="ctr"/>
            <a:r>
              <a:rPr lang="en-US" dirty="0"/>
              <a:t>The Future of AI ?</a:t>
            </a:r>
            <a:endParaRPr lang="en-PK" dirty="0"/>
          </a:p>
        </p:txBody>
      </p:sp>
      <p:sp>
        <p:nvSpPr>
          <p:cNvPr id="3" name="Content Placeholder 2">
            <a:extLst>
              <a:ext uri="{FF2B5EF4-FFF2-40B4-BE49-F238E27FC236}">
                <a16:creationId xmlns:a16="http://schemas.microsoft.com/office/drawing/2014/main" id="{192E0E81-22EF-4CE6-8F96-599F61077135}"/>
              </a:ext>
            </a:extLst>
          </p:cNvPr>
          <p:cNvSpPr>
            <a:spLocks noGrp="1"/>
          </p:cNvSpPr>
          <p:nvPr>
            <p:ph idx="1"/>
          </p:nvPr>
        </p:nvSpPr>
        <p:spPr/>
        <p:txBody>
          <a:bodyPr/>
          <a:lstStyle/>
          <a:p>
            <a:pPr>
              <a:lnSpc>
                <a:spcPct val="200000"/>
              </a:lnSpc>
            </a:pPr>
            <a:r>
              <a:rPr lang="en-US" dirty="0"/>
              <a:t>AI might help humans explore space, cure diseases, and create new art.</a:t>
            </a:r>
            <a:br>
              <a:rPr lang="en-US" dirty="0"/>
            </a:br>
            <a:r>
              <a:rPr lang="en-US" dirty="0"/>
              <a:t>But we must use it wisely — with ethics and control.</a:t>
            </a:r>
            <a:br>
              <a:rPr lang="en-US" dirty="0"/>
            </a:br>
            <a:r>
              <a:rPr lang="en-US" dirty="0"/>
              <a:t>“AI should be our tool, not our boss.”</a:t>
            </a:r>
            <a:endParaRPr lang="en-PK" dirty="0"/>
          </a:p>
        </p:txBody>
      </p:sp>
      <p:sp>
        <p:nvSpPr>
          <p:cNvPr id="4" name="Date Placeholder 3">
            <a:extLst>
              <a:ext uri="{FF2B5EF4-FFF2-40B4-BE49-F238E27FC236}">
                <a16:creationId xmlns:a16="http://schemas.microsoft.com/office/drawing/2014/main" id="{BF8B99D1-F5C3-44EF-8115-F8241147460D}"/>
              </a:ext>
            </a:extLst>
          </p:cNvPr>
          <p:cNvSpPr>
            <a:spLocks noGrp="1"/>
          </p:cNvSpPr>
          <p:nvPr>
            <p:ph type="dt" sz="half" idx="10"/>
          </p:nvPr>
        </p:nvSpPr>
        <p:spPr/>
        <p:txBody>
          <a:bodyPr/>
          <a:lstStyle/>
          <a:p>
            <a:r>
              <a:rPr lang="en-PK"/>
              <a:t>02/11/2025</a:t>
            </a:r>
          </a:p>
        </p:txBody>
      </p:sp>
      <p:sp>
        <p:nvSpPr>
          <p:cNvPr id="5" name="Footer Placeholder 4">
            <a:extLst>
              <a:ext uri="{FF2B5EF4-FFF2-40B4-BE49-F238E27FC236}">
                <a16:creationId xmlns:a16="http://schemas.microsoft.com/office/drawing/2014/main" id="{1F3A32D5-CECD-4A97-8EC8-AA00EF58EC20}"/>
              </a:ext>
            </a:extLst>
          </p:cNvPr>
          <p:cNvSpPr>
            <a:spLocks noGrp="1"/>
          </p:cNvSpPr>
          <p:nvPr>
            <p:ph type="ftr" sz="quarter" idx="11"/>
          </p:nvPr>
        </p:nvSpPr>
        <p:spPr/>
        <p:txBody>
          <a:bodyPr/>
          <a:lstStyle/>
          <a:p>
            <a:r>
              <a:rPr lang="en-US"/>
              <a:t>Shoaib Baloch</a:t>
            </a:r>
            <a:endParaRPr lang="en-PK"/>
          </a:p>
        </p:txBody>
      </p:sp>
      <p:sp>
        <p:nvSpPr>
          <p:cNvPr id="6" name="Slide Number Placeholder 5">
            <a:extLst>
              <a:ext uri="{FF2B5EF4-FFF2-40B4-BE49-F238E27FC236}">
                <a16:creationId xmlns:a16="http://schemas.microsoft.com/office/drawing/2014/main" id="{4A0B6CE3-D936-4B0B-B1FD-4B26A86AB1CE}"/>
              </a:ext>
            </a:extLst>
          </p:cNvPr>
          <p:cNvSpPr>
            <a:spLocks noGrp="1"/>
          </p:cNvSpPr>
          <p:nvPr>
            <p:ph type="sldNum" sz="quarter" idx="12"/>
          </p:nvPr>
        </p:nvSpPr>
        <p:spPr/>
        <p:txBody>
          <a:bodyPr/>
          <a:lstStyle/>
          <a:p>
            <a:fld id="{072CC591-37F3-4A27-BFBD-F3E8E795A272}" type="slidenum">
              <a:rPr lang="en-PK" smtClean="0"/>
              <a:t>9</a:t>
            </a:fld>
            <a:endParaRPr lang="en-PK"/>
          </a:p>
        </p:txBody>
      </p:sp>
    </p:spTree>
    <p:extLst>
      <p:ext uri="{BB962C8B-B14F-4D97-AF65-F5344CB8AC3E}">
        <p14:creationId xmlns:p14="http://schemas.microsoft.com/office/powerpoint/2010/main" val="39815458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7A8D3-61A2-4805-88E8-368CAE9C87F1}"/>
              </a:ext>
            </a:extLst>
          </p:cNvPr>
          <p:cNvSpPr>
            <a:spLocks noGrp="1"/>
          </p:cNvSpPr>
          <p:nvPr>
            <p:ph type="title"/>
          </p:nvPr>
        </p:nvSpPr>
        <p:spPr/>
        <p:txBody>
          <a:bodyPr/>
          <a:lstStyle/>
          <a:p>
            <a:pPr algn="l"/>
            <a:r>
              <a:rPr lang="en-US" dirty="0"/>
              <a:t>Conclusion </a:t>
            </a:r>
            <a:endParaRPr lang="en-PK" dirty="0"/>
          </a:p>
        </p:txBody>
      </p:sp>
      <p:sp>
        <p:nvSpPr>
          <p:cNvPr id="3" name="Content Placeholder 2">
            <a:extLst>
              <a:ext uri="{FF2B5EF4-FFF2-40B4-BE49-F238E27FC236}">
                <a16:creationId xmlns:a16="http://schemas.microsoft.com/office/drawing/2014/main" id="{4FEE95F1-AE5D-40E6-B0B7-35ED47286ED5}"/>
              </a:ext>
            </a:extLst>
          </p:cNvPr>
          <p:cNvSpPr>
            <a:spLocks noGrp="1"/>
          </p:cNvSpPr>
          <p:nvPr>
            <p:ph idx="1"/>
          </p:nvPr>
        </p:nvSpPr>
        <p:spPr/>
        <p:txBody>
          <a:bodyPr>
            <a:normAutofit fontScale="92500"/>
          </a:bodyPr>
          <a:lstStyle/>
          <a:p>
            <a:pPr>
              <a:lnSpc>
                <a:spcPct val="150000"/>
              </a:lnSpc>
            </a:pPr>
            <a:r>
              <a:rPr lang="en-US" dirty="0"/>
              <a:t>Artificial Intelligence is not just about robots or machines  it’s about creating smart tools that can help humans do more, dream bigger, and solve real problems.</a:t>
            </a:r>
            <a:br>
              <a:rPr lang="en-US" dirty="0"/>
            </a:br>
            <a:r>
              <a:rPr lang="en-US" dirty="0"/>
              <a:t>AI can make our lives easier, our work faster, and our world safer. But it also reminds us to stay kind, creative, and careful because machines may learn fast, but they don’t have feelings or values.</a:t>
            </a:r>
          </a:p>
          <a:p>
            <a:pPr>
              <a:lnSpc>
                <a:spcPct val="150000"/>
              </a:lnSpc>
            </a:pPr>
            <a:r>
              <a:rPr lang="en-US" dirty="0"/>
              <a:t>The future of AI depends on </a:t>
            </a:r>
            <a:r>
              <a:rPr lang="en-US" b="1" dirty="0"/>
              <a:t>how we use it</a:t>
            </a:r>
            <a:r>
              <a:rPr lang="en-US" dirty="0"/>
              <a:t>. If we guide it with wisdom, teamwork, and care, AI can help us build a world where humans and technology grow side by side learning from each other, not competing.</a:t>
            </a:r>
          </a:p>
          <a:p>
            <a:endParaRPr lang="en-PK" dirty="0"/>
          </a:p>
        </p:txBody>
      </p:sp>
      <p:sp>
        <p:nvSpPr>
          <p:cNvPr id="7" name="Date Placeholder 6">
            <a:extLst>
              <a:ext uri="{FF2B5EF4-FFF2-40B4-BE49-F238E27FC236}">
                <a16:creationId xmlns:a16="http://schemas.microsoft.com/office/drawing/2014/main" id="{4112566C-8B3A-4316-9293-3DEEFA53761D}"/>
              </a:ext>
            </a:extLst>
          </p:cNvPr>
          <p:cNvSpPr>
            <a:spLocks noGrp="1"/>
          </p:cNvSpPr>
          <p:nvPr>
            <p:ph type="dt" sz="half" idx="10"/>
          </p:nvPr>
        </p:nvSpPr>
        <p:spPr/>
        <p:txBody>
          <a:bodyPr/>
          <a:lstStyle/>
          <a:p>
            <a:r>
              <a:rPr lang="en-PK"/>
              <a:t>02/11/2025</a:t>
            </a:r>
          </a:p>
        </p:txBody>
      </p:sp>
      <p:sp>
        <p:nvSpPr>
          <p:cNvPr id="8" name="Footer Placeholder 7">
            <a:extLst>
              <a:ext uri="{FF2B5EF4-FFF2-40B4-BE49-F238E27FC236}">
                <a16:creationId xmlns:a16="http://schemas.microsoft.com/office/drawing/2014/main" id="{2E72EDE2-D8F0-42C3-8361-9539FE26B1DC}"/>
              </a:ext>
            </a:extLst>
          </p:cNvPr>
          <p:cNvSpPr>
            <a:spLocks noGrp="1"/>
          </p:cNvSpPr>
          <p:nvPr>
            <p:ph type="ftr" sz="quarter" idx="11"/>
          </p:nvPr>
        </p:nvSpPr>
        <p:spPr/>
        <p:txBody>
          <a:bodyPr/>
          <a:lstStyle/>
          <a:p>
            <a:r>
              <a:rPr lang="en-US"/>
              <a:t>Shoaib Baloch</a:t>
            </a:r>
            <a:endParaRPr lang="en-PK"/>
          </a:p>
        </p:txBody>
      </p:sp>
      <p:sp>
        <p:nvSpPr>
          <p:cNvPr id="9" name="Slide Number Placeholder 8">
            <a:extLst>
              <a:ext uri="{FF2B5EF4-FFF2-40B4-BE49-F238E27FC236}">
                <a16:creationId xmlns:a16="http://schemas.microsoft.com/office/drawing/2014/main" id="{26507D23-06BF-4A7E-83C0-3A74D19B14CF}"/>
              </a:ext>
            </a:extLst>
          </p:cNvPr>
          <p:cNvSpPr>
            <a:spLocks noGrp="1"/>
          </p:cNvSpPr>
          <p:nvPr>
            <p:ph type="sldNum" sz="quarter" idx="12"/>
          </p:nvPr>
        </p:nvSpPr>
        <p:spPr/>
        <p:txBody>
          <a:bodyPr/>
          <a:lstStyle/>
          <a:p>
            <a:fld id="{072CC591-37F3-4A27-BFBD-F3E8E795A272}" type="slidenum">
              <a:rPr lang="en-PK" smtClean="0"/>
              <a:t>10</a:t>
            </a:fld>
            <a:endParaRPr lang="en-PK"/>
          </a:p>
        </p:txBody>
      </p:sp>
    </p:spTree>
    <p:extLst>
      <p:ext uri="{BB962C8B-B14F-4D97-AF65-F5344CB8AC3E}">
        <p14:creationId xmlns:p14="http://schemas.microsoft.com/office/powerpoint/2010/main" val="3376901548"/>
      </p:ext>
    </p:extLst>
  </p:cSld>
  <p:clrMapOvr>
    <a:masterClrMapping/>
  </p:clrMapOvr>
  <mc:AlternateContent xmlns:mc="http://schemas.openxmlformats.org/markup-compatibility/2006" xmlns:p14="http://schemas.microsoft.com/office/powerpoint/2010/main">
    <mc:Choice Requires="p14">
      <p:transition spd="slow" p14:dur="150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36</TotalTime>
  <Words>598</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Century Gothic</vt:lpstr>
      <vt:lpstr>Vapor Trail</vt:lpstr>
      <vt:lpstr>What is AI ?</vt:lpstr>
      <vt:lpstr>Why AI Matters ?</vt:lpstr>
      <vt:lpstr>History of AI ?</vt:lpstr>
      <vt:lpstr>How AI Works ?</vt:lpstr>
      <vt:lpstr>Types of AI ?</vt:lpstr>
      <vt:lpstr>Cool Examples Around Us ?</vt:lpstr>
      <vt:lpstr>AI in Different Fields ?</vt:lpstr>
      <vt:lpstr>Good Side vs. Bad Side ? </vt:lpstr>
      <vt:lpstr>The Future of AI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dc:title>
  <dc:creator>Lenovo 15</dc:creator>
  <cp:lastModifiedBy>Lenovo 15</cp:lastModifiedBy>
  <cp:revision>5</cp:revision>
  <dcterms:created xsi:type="dcterms:W3CDTF">2025-11-01T09:43:44Z</dcterms:created>
  <dcterms:modified xsi:type="dcterms:W3CDTF">2025-11-02T12:14:40Z</dcterms:modified>
</cp:coreProperties>
</file>