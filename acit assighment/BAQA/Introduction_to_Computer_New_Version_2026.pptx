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C5B68-046C-4656-806D-AC5362C6ED6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84823-40AB-4DAD-A412-A371C74E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67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7960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67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30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04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45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49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3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45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999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5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63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639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02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16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48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27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93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  <p:sldLayoutId id="2147483985" r:id="rId13"/>
    <p:sldLayoutId id="2147483986" r:id="rId14"/>
    <p:sldLayoutId id="2147483987" r:id="rId15"/>
    <p:sldLayoutId id="2147483988" r:id="rId16"/>
    <p:sldLayoutId id="2147483989" r:id="rId17"/>
    <p:sldLayoutId id="2147483990" r:id="rId18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Introduction to </a:t>
            </a:r>
            <a:r>
              <a:rPr dirty="0" smtClean="0"/>
              <a:t>Computer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>
                <a:latin typeface="Algerian" panose="04020705040A02060702" pitchFamily="82" charset="0"/>
              </a:rPr>
              <a:t>Presented by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BAQAULLAH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dirty="0">
                <a:latin typeface="Algerian" panose="04020705040A02060702" pitchFamily="82" charset="0"/>
              </a:rPr>
              <a:t>Course:</a:t>
            </a:r>
            <a:r>
              <a:rPr dirty="0"/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ACIT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dirty="0">
                <a:latin typeface="Algerian" panose="04020705040A02060702" pitchFamily="82" charset="0"/>
              </a:rPr>
              <a:t>Date:</a:t>
            </a:r>
            <a:r>
              <a:rPr dirty="0"/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14.3.2026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Computer?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63396"/>
            <a:ext cx="8222673" cy="3311189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 computer is an electronic device.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It accepts data as input.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Processes the data.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Produces meaningful output.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Stores information for future use.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Basic Functional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Input Unit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Central Processing Unit (CPU)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Output Unit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Storage Unit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Keyboard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Mouse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Scanner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Microphone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Webcam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Monitor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Printer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Speakers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Headphones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Projector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74" y="685800"/>
            <a:ext cx="9095508" cy="1151965"/>
          </a:xfrm>
        </p:spPr>
        <p:txBody>
          <a:bodyPr/>
          <a:lstStyle/>
          <a:p>
            <a:r>
              <a:rPr dirty="0"/>
              <a:t>Central Processing Unit (CPU)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Known as the brain of the computer.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Performs calculations and logical operations.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Controls all activities of the computer.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Contains: ALU, Control Unit, Registers.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Memory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Primary Memory (RAM, ROM)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Secondary Memory (HDD, SSD, Pen Drive)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Cloud Storage (Google Drive, OneDrive)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Supercomputers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Mainframe Computers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Personal Computers (PC)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Laptops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Tablets and Smartphones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Applications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Education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Healthcare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Business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Banking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Entertainment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Communication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Advantages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High Speed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Accuracy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Large Storage Capacity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Automation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Multitasking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65" y="685800"/>
            <a:ext cx="10396882" cy="1151965"/>
          </a:xfrm>
        </p:spPr>
        <p:txBody>
          <a:bodyPr/>
          <a:lstStyle/>
          <a:p>
            <a:r>
              <a:rPr dirty="0"/>
              <a:t>Disadvantages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Cybersecurity Risks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Health Issues (eye strain, posture problems)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Job Displacement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Data Privacy Concerns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Artificial Intelligence (AI)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Quantum Computing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Cloud Computing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Automation &amp; Robotics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Computers are essential in modern life.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They improve efficiency and productivity.</a:t>
            </a:r>
          </a:p>
          <a:p>
            <a:pPr lvl="1"/>
            <a:r>
              <a:rPr dirty="0">
                <a:latin typeface="Algerian" panose="04020705040A02060702" pitchFamily="82" charset="0"/>
              </a:rPr>
              <a:t>Understanding basics is important for everyone.</a:t>
            </a:r>
          </a:p>
          <a:p>
            <a:pPr marL="457200" lvl="1" indent="0">
              <a:buNone/>
            </a:pPr>
            <a:endParaRPr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227</Words>
  <Application>Microsoft Office PowerPoint</Application>
  <PresentationFormat>On-screen Show (4:3)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Algerian</vt:lpstr>
      <vt:lpstr>Arial</vt:lpstr>
      <vt:lpstr>Calibri</vt:lpstr>
      <vt:lpstr>Impact</vt:lpstr>
      <vt:lpstr>Main Event</vt:lpstr>
      <vt:lpstr>Introduction to Computer</vt:lpstr>
      <vt:lpstr>What is a Computer?</vt:lpstr>
      <vt:lpstr>Basic Functional Units</vt:lpstr>
      <vt:lpstr>Input Devices</vt:lpstr>
      <vt:lpstr>Output Devices</vt:lpstr>
      <vt:lpstr>Central Processing Unit (CPU)</vt:lpstr>
      <vt:lpstr>Memory Types</vt:lpstr>
      <vt:lpstr>Types of Computers</vt:lpstr>
      <vt:lpstr>Applications of Computers</vt:lpstr>
      <vt:lpstr>Advantages of Computers</vt:lpstr>
      <vt:lpstr>Disadvantages of Computers</vt:lpstr>
      <vt:lpstr>Future of Computers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(2026 Edition)</dc:title>
  <dc:subject/>
  <dc:creator>BAQAKAKAR</dc:creator>
  <cp:keywords/>
  <dc:description>generated using python-pptx</dc:description>
  <cp:lastModifiedBy>Acss</cp:lastModifiedBy>
  <cp:revision>6</cp:revision>
  <dcterms:created xsi:type="dcterms:W3CDTF">2013-01-27T09:14:16Z</dcterms:created>
  <dcterms:modified xsi:type="dcterms:W3CDTF">2026-03-13T20:47:04Z</dcterms:modified>
  <cp:category/>
</cp:coreProperties>
</file>