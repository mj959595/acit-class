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BRANDS IN PAKISTAN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LENOVO </c:v>
                </c:pt>
                <c:pt idx="1">
                  <c:v>DELL</c:v>
                </c:pt>
                <c:pt idx="2">
                  <c:v>HP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16</c:v>
                </c:pt>
                <c:pt idx="2">
                  <c:v>17.8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F-4C4C-B427-8CFC5ACFC5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70387352"/>
        <c:axId val="470387712"/>
      </c:barChart>
      <c:catAx>
        <c:axId val="470387352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387712"/>
        <c:crosses val="autoZero"/>
        <c:auto val="1"/>
        <c:lblAlgn val="ctr"/>
        <c:lblOffset val="100"/>
        <c:noMultiLvlLbl val="0"/>
      </c:catAx>
      <c:valAx>
        <c:axId val="470387712"/>
        <c:scaling>
          <c:orientation val="minMax"/>
        </c:scaling>
        <c:delete val="1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4703873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0F6A5-2C19-42B3-B144-8D61A0AE4CC0}" type="doc">
      <dgm:prSet loTypeId="urn:microsoft.com/office/officeart/2005/8/layout/vList3" loCatId="list" qsTypeId="urn:microsoft.com/office/officeart/2005/8/quickstyle/3d1" qsCatId="3D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98A4C7EA-ACE4-42D7-84F3-8F0E2AB7B86F}">
      <dgm:prSet phldrT="[Text]" phldr="0"/>
      <dgm:spPr/>
      <dgm:t>
        <a:bodyPr/>
        <a:lstStyle/>
        <a:p>
          <a:r>
            <a:rPr lang="en-US" dirty="0"/>
            <a:t>INTRODUCTION</a:t>
          </a:r>
        </a:p>
      </dgm:t>
    </dgm:pt>
    <dgm:pt modelId="{1EE9A1CF-6194-4E2B-84EB-EA2894FF05FC}" type="parTrans" cxnId="{B22B8CC6-4AF2-4810-B95E-194BFD1F021C}">
      <dgm:prSet/>
      <dgm:spPr/>
      <dgm:t>
        <a:bodyPr/>
        <a:lstStyle/>
        <a:p>
          <a:endParaRPr lang="en-US"/>
        </a:p>
      </dgm:t>
    </dgm:pt>
    <dgm:pt modelId="{5854C058-CACB-464D-9424-69188EA37F6C}" type="sibTrans" cxnId="{B22B8CC6-4AF2-4810-B95E-194BFD1F021C}">
      <dgm:prSet/>
      <dgm:spPr/>
      <dgm:t>
        <a:bodyPr/>
        <a:lstStyle/>
        <a:p>
          <a:endParaRPr lang="en-US"/>
        </a:p>
      </dgm:t>
    </dgm:pt>
    <dgm:pt modelId="{920F7BD3-E404-4458-81C5-61DE7DDCE5DA}">
      <dgm:prSet phldrT="[Text]" phldr="0"/>
      <dgm:spPr/>
      <dgm:t>
        <a:bodyPr/>
        <a:lstStyle/>
        <a:p>
          <a:r>
            <a:rPr lang="en-US" dirty="0"/>
            <a:t>BRANDS OF COMPUTER</a:t>
          </a:r>
        </a:p>
      </dgm:t>
    </dgm:pt>
    <dgm:pt modelId="{A2282F0B-9382-4905-9DEA-C4A8D21F5015}" type="parTrans" cxnId="{0BFEE75A-F900-41B9-9FBE-31BB34E4A4BD}">
      <dgm:prSet/>
      <dgm:spPr/>
      <dgm:t>
        <a:bodyPr/>
        <a:lstStyle/>
        <a:p>
          <a:endParaRPr lang="en-US"/>
        </a:p>
      </dgm:t>
    </dgm:pt>
    <dgm:pt modelId="{68CE0666-CBF0-4185-BE9B-85C99408AD0E}" type="sibTrans" cxnId="{0BFEE75A-F900-41B9-9FBE-31BB34E4A4BD}">
      <dgm:prSet/>
      <dgm:spPr/>
      <dgm:t>
        <a:bodyPr/>
        <a:lstStyle/>
        <a:p>
          <a:endParaRPr lang="en-US"/>
        </a:p>
      </dgm:t>
    </dgm:pt>
    <dgm:pt modelId="{EF267385-24D7-4959-8DDD-006D8B0722D4}">
      <dgm:prSet phldrT="[Text]" phldr="0"/>
      <dgm:spPr/>
      <dgm:t>
        <a:bodyPr/>
        <a:lstStyle/>
        <a:p>
          <a:r>
            <a:rPr lang="en-US" dirty="0"/>
            <a:t>PARTS OF COMPUTER</a:t>
          </a:r>
        </a:p>
      </dgm:t>
    </dgm:pt>
    <dgm:pt modelId="{23A84590-95B1-4FAB-A9DE-DC485F25DA38}" type="parTrans" cxnId="{B3BC3350-9257-479B-9ADA-0A0DA5D410D1}">
      <dgm:prSet/>
      <dgm:spPr/>
      <dgm:t>
        <a:bodyPr/>
        <a:lstStyle/>
        <a:p>
          <a:endParaRPr lang="en-US"/>
        </a:p>
      </dgm:t>
    </dgm:pt>
    <dgm:pt modelId="{7CB7E5BC-EA55-4A70-AF93-2790BCB11986}" type="sibTrans" cxnId="{B3BC3350-9257-479B-9ADA-0A0DA5D410D1}">
      <dgm:prSet/>
      <dgm:spPr/>
      <dgm:t>
        <a:bodyPr/>
        <a:lstStyle/>
        <a:p>
          <a:endParaRPr lang="en-US"/>
        </a:p>
      </dgm:t>
    </dgm:pt>
    <dgm:pt modelId="{0DAF9974-65FC-488A-AABD-2424EA0630BC}">
      <dgm:prSet phldrT="[Text]" phldr="0"/>
      <dgm:spPr/>
      <dgm:t>
        <a:bodyPr/>
        <a:lstStyle/>
        <a:p>
          <a:r>
            <a:rPr lang="en-US" dirty="0"/>
            <a:t>TYPES OF COMPUTER</a:t>
          </a:r>
        </a:p>
      </dgm:t>
    </dgm:pt>
    <dgm:pt modelId="{669072BB-0883-494D-822E-14C90B7E0179}" type="parTrans" cxnId="{544A291D-169A-452F-9083-EAA6FD1C7133}">
      <dgm:prSet/>
      <dgm:spPr/>
      <dgm:t>
        <a:bodyPr/>
        <a:lstStyle/>
        <a:p>
          <a:endParaRPr lang="en-US"/>
        </a:p>
      </dgm:t>
    </dgm:pt>
    <dgm:pt modelId="{718C09DF-69C3-464D-8564-66ED46584E50}" type="sibTrans" cxnId="{544A291D-169A-452F-9083-EAA6FD1C7133}">
      <dgm:prSet/>
      <dgm:spPr/>
      <dgm:t>
        <a:bodyPr/>
        <a:lstStyle/>
        <a:p>
          <a:endParaRPr lang="en-US"/>
        </a:p>
      </dgm:t>
    </dgm:pt>
    <dgm:pt modelId="{B00B89B9-87AE-405E-8AE9-62F025FBFB44}" type="pres">
      <dgm:prSet presAssocID="{0780F6A5-2C19-42B3-B144-8D61A0AE4CC0}" presName="linearFlow" presStyleCnt="0">
        <dgm:presLayoutVars>
          <dgm:dir/>
          <dgm:resizeHandles val="exact"/>
        </dgm:presLayoutVars>
      </dgm:prSet>
      <dgm:spPr/>
    </dgm:pt>
    <dgm:pt modelId="{6551CA0F-9F88-4515-B630-550CD5A5BD03}" type="pres">
      <dgm:prSet presAssocID="{98A4C7EA-ACE4-42D7-84F3-8F0E2AB7B86F}" presName="composite" presStyleCnt="0"/>
      <dgm:spPr/>
    </dgm:pt>
    <dgm:pt modelId="{2127AAC6-A712-4C5F-A829-0FD162F14019}" type="pres">
      <dgm:prSet presAssocID="{98A4C7EA-ACE4-42D7-84F3-8F0E2AB7B86F}" presName="imgShp" presStyleLbl="fgImgPlace1" presStyleIdx="0" presStyleCnt="4"/>
      <dgm:spPr/>
    </dgm:pt>
    <dgm:pt modelId="{2CD75ED0-F26C-4F1D-9223-63EC90116C3D}" type="pres">
      <dgm:prSet presAssocID="{98A4C7EA-ACE4-42D7-84F3-8F0E2AB7B86F}" presName="txShp" presStyleLbl="node1" presStyleIdx="0" presStyleCnt="4">
        <dgm:presLayoutVars>
          <dgm:bulletEnabled val="1"/>
        </dgm:presLayoutVars>
      </dgm:prSet>
      <dgm:spPr/>
    </dgm:pt>
    <dgm:pt modelId="{CCB06C2C-B22F-4E75-BEE8-6BF580E3BABC}" type="pres">
      <dgm:prSet presAssocID="{5854C058-CACB-464D-9424-69188EA37F6C}" presName="spacing" presStyleCnt="0"/>
      <dgm:spPr/>
    </dgm:pt>
    <dgm:pt modelId="{6AC8C28E-8A5B-4B1F-83AF-FAB4370643E9}" type="pres">
      <dgm:prSet presAssocID="{EF267385-24D7-4959-8DDD-006D8B0722D4}" presName="composite" presStyleCnt="0"/>
      <dgm:spPr/>
    </dgm:pt>
    <dgm:pt modelId="{1F5096B6-91F9-4847-96D1-EA1A85ADBB1C}" type="pres">
      <dgm:prSet presAssocID="{EF267385-24D7-4959-8DDD-006D8B0722D4}" presName="imgShp" presStyleLbl="fgImgPlace1" presStyleIdx="1" presStyleCnt="4"/>
      <dgm:spPr/>
    </dgm:pt>
    <dgm:pt modelId="{C17AF995-B9A5-42EC-91AD-544971409A73}" type="pres">
      <dgm:prSet presAssocID="{EF267385-24D7-4959-8DDD-006D8B0722D4}" presName="txShp" presStyleLbl="node1" presStyleIdx="1" presStyleCnt="4">
        <dgm:presLayoutVars>
          <dgm:bulletEnabled val="1"/>
        </dgm:presLayoutVars>
      </dgm:prSet>
      <dgm:spPr/>
    </dgm:pt>
    <dgm:pt modelId="{34E054B2-7CE1-48FC-BE14-AF3599587A80}" type="pres">
      <dgm:prSet presAssocID="{7CB7E5BC-EA55-4A70-AF93-2790BCB11986}" presName="spacing" presStyleCnt="0"/>
      <dgm:spPr/>
    </dgm:pt>
    <dgm:pt modelId="{DAC45E74-CEDE-4A37-811A-2D7BF602CAB8}" type="pres">
      <dgm:prSet presAssocID="{0DAF9974-65FC-488A-AABD-2424EA0630BC}" presName="composite" presStyleCnt="0"/>
      <dgm:spPr/>
    </dgm:pt>
    <dgm:pt modelId="{3EB6EFC4-6ED7-43D5-BE5B-55E1155E9415}" type="pres">
      <dgm:prSet presAssocID="{0DAF9974-65FC-488A-AABD-2424EA0630BC}" presName="imgShp" presStyleLbl="fgImgPlace1" presStyleIdx="2" presStyleCnt="4"/>
      <dgm:spPr/>
    </dgm:pt>
    <dgm:pt modelId="{94A4EF00-218E-4CA9-A0C9-D5F747E89FBC}" type="pres">
      <dgm:prSet presAssocID="{0DAF9974-65FC-488A-AABD-2424EA0630BC}" presName="txShp" presStyleLbl="node1" presStyleIdx="2" presStyleCnt="4">
        <dgm:presLayoutVars>
          <dgm:bulletEnabled val="1"/>
        </dgm:presLayoutVars>
      </dgm:prSet>
      <dgm:spPr/>
    </dgm:pt>
    <dgm:pt modelId="{9D46B27A-926B-43B0-ACE2-53E56DA2AB4B}" type="pres">
      <dgm:prSet presAssocID="{718C09DF-69C3-464D-8564-66ED46584E50}" presName="spacing" presStyleCnt="0"/>
      <dgm:spPr/>
    </dgm:pt>
    <dgm:pt modelId="{3A9A4B99-EC01-492F-8383-8C105AB0D3C6}" type="pres">
      <dgm:prSet presAssocID="{920F7BD3-E404-4458-81C5-61DE7DDCE5DA}" presName="composite" presStyleCnt="0"/>
      <dgm:spPr/>
    </dgm:pt>
    <dgm:pt modelId="{7FB07D7A-E78F-45B7-AF67-82CE0F26E885}" type="pres">
      <dgm:prSet presAssocID="{920F7BD3-E404-4458-81C5-61DE7DDCE5DA}" presName="imgShp" presStyleLbl="fgImgPlace1" presStyleIdx="3" presStyleCnt="4"/>
      <dgm:spPr/>
    </dgm:pt>
    <dgm:pt modelId="{5B47E70E-B1CB-42DC-8581-F45797BDD14C}" type="pres">
      <dgm:prSet presAssocID="{920F7BD3-E404-4458-81C5-61DE7DDCE5DA}" presName="txShp" presStyleLbl="node1" presStyleIdx="3" presStyleCnt="4">
        <dgm:presLayoutVars>
          <dgm:bulletEnabled val="1"/>
        </dgm:presLayoutVars>
      </dgm:prSet>
      <dgm:spPr/>
    </dgm:pt>
  </dgm:ptLst>
  <dgm:cxnLst>
    <dgm:cxn modelId="{4D467216-33BB-4CE3-AB00-BBD28FC175D5}" type="presOf" srcId="{0780F6A5-2C19-42B3-B144-8D61A0AE4CC0}" destId="{B00B89B9-87AE-405E-8AE9-62F025FBFB44}" srcOrd="0" destOrd="0" presId="urn:microsoft.com/office/officeart/2005/8/layout/vList3"/>
    <dgm:cxn modelId="{544A291D-169A-452F-9083-EAA6FD1C7133}" srcId="{0780F6A5-2C19-42B3-B144-8D61A0AE4CC0}" destId="{0DAF9974-65FC-488A-AABD-2424EA0630BC}" srcOrd="2" destOrd="0" parTransId="{669072BB-0883-494D-822E-14C90B7E0179}" sibTransId="{718C09DF-69C3-464D-8564-66ED46584E50}"/>
    <dgm:cxn modelId="{53280E33-A409-4EF7-A1AC-03233F880580}" type="presOf" srcId="{920F7BD3-E404-4458-81C5-61DE7DDCE5DA}" destId="{5B47E70E-B1CB-42DC-8581-F45797BDD14C}" srcOrd="0" destOrd="0" presId="urn:microsoft.com/office/officeart/2005/8/layout/vList3"/>
    <dgm:cxn modelId="{B3BC3350-9257-479B-9ADA-0A0DA5D410D1}" srcId="{0780F6A5-2C19-42B3-B144-8D61A0AE4CC0}" destId="{EF267385-24D7-4959-8DDD-006D8B0722D4}" srcOrd="1" destOrd="0" parTransId="{23A84590-95B1-4FAB-A9DE-DC485F25DA38}" sibTransId="{7CB7E5BC-EA55-4A70-AF93-2790BCB11986}"/>
    <dgm:cxn modelId="{0BFEE75A-F900-41B9-9FBE-31BB34E4A4BD}" srcId="{0780F6A5-2C19-42B3-B144-8D61A0AE4CC0}" destId="{920F7BD3-E404-4458-81C5-61DE7DDCE5DA}" srcOrd="3" destOrd="0" parTransId="{A2282F0B-9382-4905-9DEA-C4A8D21F5015}" sibTransId="{68CE0666-CBF0-4185-BE9B-85C99408AD0E}"/>
    <dgm:cxn modelId="{22164786-FD34-46AB-B4D1-560F89C37F05}" type="presOf" srcId="{EF267385-24D7-4959-8DDD-006D8B0722D4}" destId="{C17AF995-B9A5-42EC-91AD-544971409A73}" srcOrd="0" destOrd="0" presId="urn:microsoft.com/office/officeart/2005/8/layout/vList3"/>
    <dgm:cxn modelId="{B22B8CC6-4AF2-4810-B95E-194BFD1F021C}" srcId="{0780F6A5-2C19-42B3-B144-8D61A0AE4CC0}" destId="{98A4C7EA-ACE4-42D7-84F3-8F0E2AB7B86F}" srcOrd="0" destOrd="0" parTransId="{1EE9A1CF-6194-4E2B-84EB-EA2894FF05FC}" sibTransId="{5854C058-CACB-464D-9424-69188EA37F6C}"/>
    <dgm:cxn modelId="{937AD4CC-5863-4CC7-9891-A1265541EBD2}" type="presOf" srcId="{0DAF9974-65FC-488A-AABD-2424EA0630BC}" destId="{94A4EF00-218E-4CA9-A0C9-D5F747E89FBC}" srcOrd="0" destOrd="0" presId="urn:microsoft.com/office/officeart/2005/8/layout/vList3"/>
    <dgm:cxn modelId="{97D9EDF6-3A69-49A8-8C94-8B67BCB29EC3}" type="presOf" srcId="{98A4C7EA-ACE4-42D7-84F3-8F0E2AB7B86F}" destId="{2CD75ED0-F26C-4F1D-9223-63EC90116C3D}" srcOrd="0" destOrd="0" presId="urn:microsoft.com/office/officeart/2005/8/layout/vList3"/>
    <dgm:cxn modelId="{1FCEBB47-A19E-42F0-AC74-5BDC725CAB54}" type="presParOf" srcId="{B00B89B9-87AE-405E-8AE9-62F025FBFB44}" destId="{6551CA0F-9F88-4515-B630-550CD5A5BD03}" srcOrd="0" destOrd="0" presId="urn:microsoft.com/office/officeart/2005/8/layout/vList3"/>
    <dgm:cxn modelId="{BD78C19D-6E92-4731-9710-899EFFA4AEB4}" type="presParOf" srcId="{6551CA0F-9F88-4515-B630-550CD5A5BD03}" destId="{2127AAC6-A712-4C5F-A829-0FD162F14019}" srcOrd="0" destOrd="0" presId="urn:microsoft.com/office/officeart/2005/8/layout/vList3"/>
    <dgm:cxn modelId="{B4572124-A944-443F-891B-4FD2743EA6CF}" type="presParOf" srcId="{6551CA0F-9F88-4515-B630-550CD5A5BD03}" destId="{2CD75ED0-F26C-4F1D-9223-63EC90116C3D}" srcOrd="1" destOrd="0" presId="urn:microsoft.com/office/officeart/2005/8/layout/vList3"/>
    <dgm:cxn modelId="{52C3D6B8-0F85-4823-B0C4-200401B1845E}" type="presParOf" srcId="{B00B89B9-87AE-405E-8AE9-62F025FBFB44}" destId="{CCB06C2C-B22F-4E75-BEE8-6BF580E3BABC}" srcOrd="1" destOrd="0" presId="urn:microsoft.com/office/officeart/2005/8/layout/vList3"/>
    <dgm:cxn modelId="{D6C931F7-72EE-40E2-8830-9013EE445445}" type="presParOf" srcId="{B00B89B9-87AE-405E-8AE9-62F025FBFB44}" destId="{6AC8C28E-8A5B-4B1F-83AF-FAB4370643E9}" srcOrd="2" destOrd="0" presId="urn:microsoft.com/office/officeart/2005/8/layout/vList3"/>
    <dgm:cxn modelId="{6E144EFF-2C1E-4144-B955-82F4DD7684B9}" type="presParOf" srcId="{6AC8C28E-8A5B-4B1F-83AF-FAB4370643E9}" destId="{1F5096B6-91F9-4847-96D1-EA1A85ADBB1C}" srcOrd="0" destOrd="0" presId="urn:microsoft.com/office/officeart/2005/8/layout/vList3"/>
    <dgm:cxn modelId="{BB0D7FC7-81CC-42F4-9AA7-2CCBA8F32205}" type="presParOf" srcId="{6AC8C28E-8A5B-4B1F-83AF-FAB4370643E9}" destId="{C17AF995-B9A5-42EC-91AD-544971409A73}" srcOrd="1" destOrd="0" presId="urn:microsoft.com/office/officeart/2005/8/layout/vList3"/>
    <dgm:cxn modelId="{E9F6A3E6-280C-4D49-89E3-79FE24976A39}" type="presParOf" srcId="{B00B89B9-87AE-405E-8AE9-62F025FBFB44}" destId="{34E054B2-7CE1-48FC-BE14-AF3599587A80}" srcOrd="3" destOrd="0" presId="urn:microsoft.com/office/officeart/2005/8/layout/vList3"/>
    <dgm:cxn modelId="{285F149C-3C5D-4542-BBE9-4752227155C4}" type="presParOf" srcId="{B00B89B9-87AE-405E-8AE9-62F025FBFB44}" destId="{DAC45E74-CEDE-4A37-811A-2D7BF602CAB8}" srcOrd="4" destOrd="0" presId="urn:microsoft.com/office/officeart/2005/8/layout/vList3"/>
    <dgm:cxn modelId="{7F797CEA-08FC-4128-9B5D-6EBF2E1FD43D}" type="presParOf" srcId="{DAC45E74-CEDE-4A37-811A-2D7BF602CAB8}" destId="{3EB6EFC4-6ED7-43D5-BE5B-55E1155E9415}" srcOrd="0" destOrd="0" presId="urn:microsoft.com/office/officeart/2005/8/layout/vList3"/>
    <dgm:cxn modelId="{272BBEC5-65F1-42F1-8B49-F9186BED2890}" type="presParOf" srcId="{DAC45E74-CEDE-4A37-811A-2D7BF602CAB8}" destId="{94A4EF00-218E-4CA9-A0C9-D5F747E89FBC}" srcOrd="1" destOrd="0" presId="urn:microsoft.com/office/officeart/2005/8/layout/vList3"/>
    <dgm:cxn modelId="{14517819-F74E-4640-87CF-FFF32643F666}" type="presParOf" srcId="{B00B89B9-87AE-405E-8AE9-62F025FBFB44}" destId="{9D46B27A-926B-43B0-ACE2-53E56DA2AB4B}" srcOrd="5" destOrd="0" presId="urn:microsoft.com/office/officeart/2005/8/layout/vList3"/>
    <dgm:cxn modelId="{4203203A-C651-4BF4-9374-9A283DE7BD2D}" type="presParOf" srcId="{B00B89B9-87AE-405E-8AE9-62F025FBFB44}" destId="{3A9A4B99-EC01-492F-8383-8C105AB0D3C6}" srcOrd="6" destOrd="0" presId="urn:microsoft.com/office/officeart/2005/8/layout/vList3"/>
    <dgm:cxn modelId="{9AFD0231-6124-4BD5-BCC0-44E52F50A83D}" type="presParOf" srcId="{3A9A4B99-EC01-492F-8383-8C105AB0D3C6}" destId="{7FB07D7A-E78F-45B7-AF67-82CE0F26E885}" srcOrd="0" destOrd="0" presId="urn:microsoft.com/office/officeart/2005/8/layout/vList3"/>
    <dgm:cxn modelId="{48093434-CD6D-4C1A-8AEB-06818B8443E7}" type="presParOf" srcId="{3A9A4B99-EC01-492F-8383-8C105AB0D3C6}" destId="{5B47E70E-B1CB-42DC-8581-F45797BDD1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E0FF7A-ED85-477F-9AF3-10181F92644F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BEF2EACD-4628-440B-9806-05101DA9B51C}">
      <dgm:prSet phldrT="[Text]" phldr="0"/>
      <dgm:spPr/>
      <dgm:t>
        <a:bodyPr/>
        <a:lstStyle/>
        <a:p>
          <a:r>
            <a:rPr lang="en-US" dirty="0"/>
            <a:t>INPUT</a:t>
          </a:r>
        </a:p>
      </dgm:t>
    </dgm:pt>
    <dgm:pt modelId="{4615766A-C663-4856-BFEB-5072867A2272}" type="parTrans" cxnId="{C8FE13E0-DCFB-48D7-B192-478B128BE8E3}">
      <dgm:prSet/>
      <dgm:spPr/>
      <dgm:t>
        <a:bodyPr/>
        <a:lstStyle/>
        <a:p>
          <a:endParaRPr lang="en-US"/>
        </a:p>
      </dgm:t>
    </dgm:pt>
    <dgm:pt modelId="{8C222C22-6BC3-4D80-9F2A-4DD3E78ADC46}" type="sibTrans" cxnId="{C8FE13E0-DCFB-48D7-B192-478B128BE8E3}">
      <dgm:prSet/>
      <dgm:spPr/>
      <dgm:t>
        <a:bodyPr/>
        <a:lstStyle/>
        <a:p>
          <a:endParaRPr lang="en-US"/>
        </a:p>
      </dgm:t>
    </dgm:pt>
    <dgm:pt modelId="{686096DC-932A-40B8-B38B-5F870E47A767}">
      <dgm:prSet phldrT="[Text]" phldr="0"/>
      <dgm:spPr/>
      <dgm:t>
        <a:bodyPr/>
        <a:lstStyle/>
        <a:p>
          <a:r>
            <a:rPr lang="en-US" dirty="0"/>
            <a:t>PROCESS</a:t>
          </a:r>
        </a:p>
      </dgm:t>
    </dgm:pt>
    <dgm:pt modelId="{DE50509F-BA2F-42C1-B919-B35D47FB2B73}" type="parTrans" cxnId="{FCEB2296-2E25-4434-9A3E-36FB86298B0A}">
      <dgm:prSet/>
      <dgm:spPr/>
      <dgm:t>
        <a:bodyPr/>
        <a:lstStyle/>
        <a:p>
          <a:endParaRPr lang="en-US"/>
        </a:p>
      </dgm:t>
    </dgm:pt>
    <dgm:pt modelId="{6F3CD5BE-4E36-44DF-ACC1-835EA1BC5C9F}" type="sibTrans" cxnId="{FCEB2296-2E25-4434-9A3E-36FB86298B0A}">
      <dgm:prSet/>
      <dgm:spPr/>
      <dgm:t>
        <a:bodyPr/>
        <a:lstStyle/>
        <a:p>
          <a:endParaRPr lang="en-US"/>
        </a:p>
      </dgm:t>
    </dgm:pt>
    <dgm:pt modelId="{31559C73-9D71-4D19-9CE1-1750E19B2A6B}">
      <dgm:prSet phldrT="[Text]" phldr="0"/>
      <dgm:spPr/>
      <dgm:t>
        <a:bodyPr/>
        <a:lstStyle/>
        <a:p>
          <a:r>
            <a:rPr lang="en-US" dirty="0"/>
            <a:t>OUTPUT</a:t>
          </a:r>
        </a:p>
      </dgm:t>
    </dgm:pt>
    <dgm:pt modelId="{6D180302-A180-40FC-91DC-18D1050272AA}" type="parTrans" cxnId="{592F8F27-4205-4CE3-9783-54F47C2E0012}">
      <dgm:prSet/>
      <dgm:spPr/>
      <dgm:t>
        <a:bodyPr/>
        <a:lstStyle/>
        <a:p>
          <a:endParaRPr lang="en-US"/>
        </a:p>
      </dgm:t>
    </dgm:pt>
    <dgm:pt modelId="{7FA2F5C5-FCC1-4B09-81DD-288E3B9E9571}" type="sibTrans" cxnId="{592F8F27-4205-4CE3-9783-54F47C2E0012}">
      <dgm:prSet/>
      <dgm:spPr/>
      <dgm:t>
        <a:bodyPr/>
        <a:lstStyle/>
        <a:p>
          <a:endParaRPr lang="en-US"/>
        </a:p>
      </dgm:t>
    </dgm:pt>
    <dgm:pt modelId="{2F9592E4-1978-4D65-9325-257CF30857A3}" type="pres">
      <dgm:prSet presAssocID="{63E0FF7A-ED85-477F-9AF3-10181F92644F}" presName="Name0" presStyleCnt="0">
        <dgm:presLayoutVars>
          <dgm:dir/>
          <dgm:resizeHandles val="exact"/>
        </dgm:presLayoutVars>
      </dgm:prSet>
      <dgm:spPr/>
    </dgm:pt>
    <dgm:pt modelId="{94E503F8-EA5E-402B-9C27-EF298178BEFE}" type="pres">
      <dgm:prSet presAssocID="{BEF2EACD-4628-440B-9806-05101DA9B51C}" presName="composite" presStyleCnt="0"/>
      <dgm:spPr/>
    </dgm:pt>
    <dgm:pt modelId="{FEEF6C09-38AD-4E22-860C-D2324B96B4C3}" type="pres">
      <dgm:prSet presAssocID="{BEF2EACD-4628-440B-9806-05101DA9B51C}" presName="bgChev" presStyleLbl="node1" presStyleIdx="0" presStyleCnt="3"/>
      <dgm:spPr/>
    </dgm:pt>
    <dgm:pt modelId="{41EF16BC-883B-41E1-ACB9-4B8B9AF2B6A9}" type="pres">
      <dgm:prSet presAssocID="{BEF2EACD-4628-440B-9806-05101DA9B51C}" presName="txNode" presStyleLbl="fgAcc1" presStyleIdx="0" presStyleCnt="3">
        <dgm:presLayoutVars>
          <dgm:bulletEnabled val="1"/>
        </dgm:presLayoutVars>
      </dgm:prSet>
      <dgm:spPr/>
    </dgm:pt>
    <dgm:pt modelId="{A2346ADF-29B4-4EA3-AC23-5B677909F880}" type="pres">
      <dgm:prSet presAssocID="{8C222C22-6BC3-4D80-9F2A-4DD3E78ADC46}" presName="compositeSpace" presStyleCnt="0"/>
      <dgm:spPr/>
    </dgm:pt>
    <dgm:pt modelId="{9362EF0E-AD5C-4785-8B14-69A786AFEB53}" type="pres">
      <dgm:prSet presAssocID="{686096DC-932A-40B8-B38B-5F870E47A767}" presName="composite" presStyleCnt="0"/>
      <dgm:spPr/>
    </dgm:pt>
    <dgm:pt modelId="{F25716DE-AE3C-447E-8D46-770493594FE6}" type="pres">
      <dgm:prSet presAssocID="{686096DC-932A-40B8-B38B-5F870E47A767}" presName="bgChev" presStyleLbl="node1" presStyleIdx="1" presStyleCnt="3"/>
      <dgm:spPr/>
    </dgm:pt>
    <dgm:pt modelId="{9308DD0D-3A6B-46B8-9F9F-4B4E8EE56896}" type="pres">
      <dgm:prSet presAssocID="{686096DC-932A-40B8-B38B-5F870E47A767}" presName="txNode" presStyleLbl="fgAcc1" presStyleIdx="1" presStyleCnt="3">
        <dgm:presLayoutVars>
          <dgm:bulletEnabled val="1"/>
        </dgm:presLayoutVars>
      </dgm:prSet>
      <dgm:spPr/>
    </dgm:pt>
    <dgm:pt modelId="{35F4619D-7F2D-41B5-9137-CE1067CB240F}" type="pres">
      <dgm:prSet presAssocID="{6F3CD5BE-4E36-44DF-ACC1-835EA1BC5C9F}" presName="compositeSpace" presStyleCnt="0"/>
      <dgm:spPr/>
    </dgm:pt>
    <dgm:pt modelId="{B5AB89FC-AC88-4A9B-913B-D7B2CE797A1E}" type="pres">
      <dgm:prSet presAssocID="{31559C73-9D71-4D19-9CE1-1750E19B2A6B}" presName="composite" presStyleCnt="0"/>
      <dgm:spPr/>
    </dgm:pt>
    <dgm:pt modelId="{ED5D2A1D-1AF0-453C-93D4-52711042EFA6}" type="pres">
      <dgm:prSet presAssocID="{31559C73-9D71-4D19-9CE1-1750E19B2A6B}" presName="bgChev" presStyleLbl="node1" presStyleIdx="2" presStyleCnt="3"/>
      <dgm:spPr/>
    </dgm:pt>
    <dgm:pt modelId="{E684C716-043C-4546-AB26-165B82474927}" type="pres">
      <dgm:prSet presAssocID="{31559C73-9D71-4D19-9CE1-1750E19B2A6B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592F8F27-4205-4CE3-9783-54F47C2E0012}" srcId="{63E0FF7A-ED85-477F-9AF3-10181F92644F}" destId="{31559C73-9D71-4D19-9CE1-1750E19B2A6B}" srcOrd="2" destOrd="0" parTransId="{6D180302-A180-40FC-91DC-18D1050272AA}" sibTransId="{7FA2F5C5-FCC1-4B09-81DD-288E3B9E9571}"/>
    <dgm:cxn modelId="{D0E4022D-89B7-46A7-8098-BF12DDCB7A98}" type="presOf" srcId="{63E0FF7A-ED85-477F-9AF3-10181F92644F}" destId="{2F9592E4-1978-4D65-9325-257CF30857A3}" srcOrd="0" destOrd="0" presId="urn:microsoft.com/office/officeart/2005/8/layout/chevronAccent+Icon"/>
    <dgm:cxn modelId="{253B0E96-C053-43B6-BD2C-713D50AD8656}" type="presOf" srcId="{31559C73-9D71-4D19-9CE1-1750E19B2A6B}" destId="{E684C716-043C-4546-AB26-165B82474927}" srcOrd="0" destOrd="0" presId="urn:microsoft.com/office/officeart/2005/8/layout/chevronAccent+Icon"/>
    <dgm:cxn modelId="{FCEB2296-2E25-4434-9A3E-36FB86298B0A}" srcId="{63E0FF7A-ED85-477F-9AF3-10181F92644F}" destId="{686096DC-932A-40B8-B38B-5F870E47A767}" srcOrd="1" destOrd="0" parTransId="{DE50509F-BA2F-42C1-B919-B35D47FB2B73}" sibTransId="{6F3CD5BE-4E36-44DF-ACC1-835EA1BC5C9F}"/>
    <dgm:cxn modelId="{28C23DB6-AAA9-4CB4-9989-7F4005095821}" type="presOf" srcId="{BEF2EACD-4628-440B-9806-05101DA9B51C}" destId="{41EF16BC-883B-41E1-ACB9-4B8B9AF2B6A9}" srcOrd="0" destOrd="0" presId="urn:microsoft.com/office/officeart/2005/8/layout/chevronAccent+Icon"/>
    <dgm:cxn modelId="{C8FE13E0-DCFB-48D7-B192-478B128BE8E3}" srcId="{63E0FF7A-ED85-477F-9AF3-10181F92644F}" destId="{BEF2EACD-4628-440B-9806-05101DA9B51C}" srcOrd="0" destOrd="0" parTransId="{4615766A-C663-4856-BFEB-5072867A2272}" sibTransId="{8C222C22-6BC3-4D80-9F2A-4DD3E78ADC46}"/>
    <dgm:cxn modelId="{F250A5E8-6622-41BC-A770-4708A379A298}" type="presOf" srcId="{686096DC-932A-40B8-B38B-5F870E47A767}" destId="{9308DD0D-3A6B-46B8-9F9F-4B4E8EE56896}" srcOrd="0" destOrd="0" presId="urn:microsoft.com/office/officeart/2005/8/layout/chevronAccent+Icon"/>
    <dgm:cxn modelId="{189EA0F1-CFD1-48D1-8A56-1FF2B2450572}" type="presParOf" srcId="{2F9592E4-1978-4D65-9325-257CF30857A3}" destId="{94E503F8-EA5E-402B-9C27-EF298178BEFE}" srcOrd="0" destOrd="0" presId="urn:microsoft.com/office/officeart/2005/8/layout/chevronAccent+Icon"/>
    <dgm:cxn modelId="{A557DF0D-EEFA-4B0B-A597-88558ED40B88}" type="presParOf" srcId="{94E503F8-EA5E-402B-9C27-EF298178BEFE}" destId="{FEEF6C09-38AD-4E22-860C-D2324B96B4C3}" srcOrd="0" destOrd="0" presId="urn:microsoft.com/office/officeart/2005/8/layout/chevronAccent+Icon"/>
    <dgm:cxn modelId="{972D3EA4-3BE1-4708-A463-CBA699435E82}" type="presParOf" srcId="{94E503F8-EA5E-402B-9C27-EF298178BEFE}" destId="{41EF16BC-883B-41E1-ACB9-4B8B9AF2B6A9}" srcOrd="1" destOrd="0" presId="urn:microsoft.com/office/officeart/2005/8/layout/chevronAccent+Icon"/>
    <dgm:cxn modelId="{00E34905-DA73-4A68-863C-E6AE481E3B64}" type="presParOf" srcId="{2F9592E4-1978-4D65-9325-257CF30857A3}" destId="{A2346ADF-29B4-4EA3-AC23-5B677909F880}" srcOrd="1" destOrd="0" presId="urn:microsoft.com/office/officeart/2005/8/layout/chevronAccent+Icon"/>
    <dgm:cxn modelId="{E14B7C5D-5490-4A76-AA4E-C229333F7D64}" type="presParOf" srcId="{2F9592E4-1978-4D65-9325-257CF30857A3}" destId="{9362EF0E-AD5C-4785-8B14-69A786AFEB53}" srcOrd="2" destOrd="0" presId="urn:microsoft.com/office/officeart/2005/8/layout/chevronAccent+Icon"/>
    <dgm:cxn modelId="{82A04111-23FD-4013-B0A0-F4EFBACD7A73}" type="presParOf" srcId="{9362EF0E-AD5C-4785-8B14-69A786AFEB53}" destId="{F25716DE-AE3C-447E-8D46-770493594FE6}" srcOrd="0" destOrd="0" presId="urn:microsoft.com/office/officeart/2005/8/layout/chevronAccent+Icon"/>
    <dgm:cxn modelId="{124BF3C1-8E10-4E23-ACD8-DB884DB32035}" type="presParOf" srcId="{9362EF0E-AD5C-4785-8B14-69A786AFEB53}" destId="{9308DD0D-3A6B-46B8-9F9F-4B4E8EE56896}" srcOrd="1" destOrd="0" presId="urn:microsoft.com/office/officeart/2005/8/layout/chevronAccent+Icon"/>
    <dgm:cxn modelId="{2A435023-F686-44E9-82E1-BDF6E795360D}" type="presParOf" srcId="{2F9592E4-1978-4D65-9325-257CF30857A3}" destId="{35F4619D-7F2D-41B5-9137-CE1067CB240F}" srcOrd="3" destOrd="0" presId="urn:microsoft.com/office/officeart/2005/8/layout/chevronAccent+Icon"/>
    <dgm:cxn modelId="{7A8AAE94-A22E-4429-9CE3-B600D92C6EC0}" type="presParOf" srcId="{2F9592E4-1978-4D65-9325-257CF30857A3}" destId="{B5AB89FC-AC88-4A9B-913B-D7B2CE797A1E}" srcOrd="4" destOrd="0" presId="urn:microsoft.com/office/officeart/2005/8/layout/chevronAccent+Icon"/>
    <dgm:cxn modelId="{2834FACF-0BAC-478B-A342-FF98EB34AA62}" type="presParOf" srcId="{B5AB89FC-AC88-4A9B-913B-D7B2CE797A1E}" destId="{ED5D2A1D-1AF0-453C-93D4-52711042EFA6}" srcOrd="0" destOrd="0" presId="urn:microsoft.com/office/officeart/2005/8/layout/chevronAccent+Icon"/>
    <dgm:cxn modelId="{9D5BD75D-6A5F-4C7D-85E1-4EF8A3250420}" type="presParOf" srcId="{B5AB89FC-AC88-4A9B-913B-D7B2CE797A1E}" destId="{E684C716-043C-4546-AB26-165B82474927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75ED0-F26C-4F1D-9223-63EC90116C3D}">
      <dsp:nvSpPr>
        <dsp:cNvPr id="0" name=""/>
        <dsp:cNvSpPr/>
      </dsp:nvSpPr>
      <dsp:spPr>
        <a:xfrm rot="10800000">
          <a:off x="1879132" y="216"/>
          <a:ext cx="6688836" cy="777401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81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INTRODUCTION</a:t>
          </a:r>
        </a:p>
      </dsp:txBody>
      <dsp:txXfrm rot="10800000">
        <a:off x="2073482" y="216"/>
        <a:ext cx="6494486" cy="777401"/>
      </dsp:txXfrm>
    </dsp:sp>
    <dsp:sp modelId="{2127AAC6-A712-4C5F-A829-0FD162F14019}">
      <dsp:nvSpPr>
        <dsp:cNvPr id="0" name=""/>
        <dsp:cNvSpPr/>
      </dsp:nvSpPr>
      <dsp:spPr>
        <a:xfrm>
          <a:off x="1490431" y="216"/>
          <a:ext cx="777401" cy="777401"/>
        </a:xfrm>
        <a:prstGeom prst="ellipse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17AF995-B9A5-42EC-91AD-544971409A73}">
      <dsp:nvSpPr>
        <dsp:cNvPr id="0" name=""/>
        <dsp:cNvSpPr/>
      </dsp:nvSpPr>
      <dsp:spPr>
        <a:xfrm rot="10800000">
          <a:off x="1879132" y="994534"/>
          <a:ext cx="6688836" cy="777401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81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PARTS OF COMPUTER</a:t>
          </a:r>
        </a:p>
      </dsp:txBody>
      <dsp:txXfrm rot="10800000">
        <a:off x="2073482" y="994534"/>
        <a:ext cx="6494486" cy="777401"/>
      </dsp:txXfrm>
    </dsp:sp>
    <dsp:sp modelId="{1F5096B6-91F9-4847-96D1-EA1A85ADBB1C}">
      <dsp:nvSpPr>
        <dsp:cNvPr id="0" name=""/>
        <dsp:cNvSpPr/>
      </dsp:nvSpPr>
      <dsp:spPr>
        <a:xfrm>
          <a:off x="1490431" y="994534"/>
          <a:ext cx="777401" cy="777401"/>
        </a:xfrm>
        <a:prstGeom prst="ellipse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4A4EF00-218E-4CA9-A0C9-D5F747E89FBC}">
      <dsp:nvSpPr>
        <dsp:cNvPr id="0" name=""/>
        <dsp:cNvSpPr/>
      </dsp:nvSpPr>
      <dsp:spPr>
        <a:xfrm rot="10800000">
          <a:off x="1879132" y="1988851"/>
          <a:ext cx="6688836" cy="777401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81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TYPES OF COMPUTER</a:t>
          </a:r>
        </a:p>
      </dsp:txBody>
      <dsp:txXfrm rot="10800000">
        <a:off x="2073482" y="1988851"/>
        <a:ext cx="6494486" cy="777401"/>
      </dsp:txXfrm>
    </dsp:sp>
    <dsp:sp modelId="{3EB6EFC4-6ED7-43D5-BE5B-55E1155E9415}">
      <dsp:nvSpPr>
        <dsp:cNvPr id="0" name=""/>
        <dsp:cNvSpPr/>
      </dsp:nvSpPr>
      <dsp:spPr>
        <a:xfrm>
          <a:off x="1490431" y="1988851"/>
          <a:ext cx="777401" cy="777401"/>
        </a:xfrm>
        <a:prstGeom prst="ellipse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B47E70E-B1CB-42DC-8581-F45797BDD14C}">
      <dsp:nvSpPr>
        <dsp:cNvPr id="0" name=""/>
        <dsp:cNvSpPr/>
      </dsp:nvSpPr>
      <dsp:spPr>
        <a:xfrm rot="10800000">
          <a:off x="1879132" y="2983169"/>
          <a:ext cx="6688836" cy="777401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813" tIns="140970" rIns="263144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BRANDS OF COMPUTER</a:t>
          </a:r>
        </a:p>
      </dsp:txBody>
      <dsp:txXfrm rot="10800000">
        <a:off x="2073482" y="2983169"/>
        <a:ext cx="6494486" cy="777401"/>
      </dsp:txXfrm>
    </dsp:sp>
    <dsp:sp modelId="{7FB07D7A-E78F-45B7-AF67-82CE0F26E885}">
      <dsp:nvSpPr>
        <dsp:cNvPr id="0" name=""/>
        <dsp:cNvSpPr/>
      </dsp:nvSpPr>
      <dsp:spPr>
        <a:xfrm>
          <a:off x="1490431" y="2983169"/>
          <a:ext cx="777401" cy="777401"/>
        </a:xfrm>
        <a:prstGeom prst="ellipse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4">
                <a:tint val="4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F6C09-38AD-4E22-860C-D2324B96B4C3}">
      <dsp:nvSpPr>
        <dsp:cNvPr id="0" name=""/>
        <dsp:cNvSpPr/>
      </dsp:nvSpPr>
      <dsp:spPr>
        <a:xfrm>
          <a:off x="585" y="981067"/>
          <a:ext cx="1471791" cy="568111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F16BC-883B-41E1-ACB9-4B8B9AF2B6A9}">
      <dsp:nvSpPr>
        <dsp:cNvPr id="0" name=""/>
        <dsp:cNvSpPr/>
      </dsp:nvSpPr>
      <dsp:spPr>
        <a:xfrm>
          <a:off x="393063" y="1123095"/>
          <a:ext cx="1242845" cy="56811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INPUT</a:t>
          </a:r>
        </a:p>
      </dsp:txBody>
      <dsp:txXfrm>
        <a:off x="409702" y="1139734"/>
        <a:ext cx="1209567" cy="534833"/>
      </dsp:txXfrm>
    </dsp:sp>
    <dsp:sp modelId="{F25716DE-AE3C-447E-8D46-770493594FE6}">
      <dsp:nvSpPr>
        <dsp:cNvPr id="0" name=""/>
        <dsp:cNvSpPr/>
      </dsp:nvSpPr>
      <dsp:spPr>
        <a:xfrm>
          <a:off x="1681698" y="981067"/>
          <a:ext cx="1471791" cy="568111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8DD0D-3A6B-46B8-9F9F-4B4E8EE56896}">
      <dsp:nvSpPr>
        <dsp:cNvPr id="0" name=""/>
        <dsp:cNvSpPr/>
      </dsp:nvSpPr>
      <dsp:spPr>
        <a:xfrm>
          <a:off x="2074175" y="1123095"/>
          <a:ext cx="1242845" cy="56811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PROCESS</a:t>
          </a:r>
        </a:p>
      </dsp:txBody>
      <dsp:txXfrm>
        <a:off x="2090814" y="1139734"/>
        <a:ext cx="1209567" cy="534833"/>
      </dsp:txXfrm>
    </dsp:sp>
    <dsp:sp modelId="{ED5D2A1D-1AF0-453C-93D4-52711042EFA6}">
      <dsp:nvSpPr>
        <dsp:cNvPr id="0" name=""/>
        <dsp:cNvSpPr/>
      </dsp:nvSpPr>
      <dsp:spPr>
        <a:xfrm>
          <a:off x="3362810" y="981067"/>
          <a:ext cx="1471791" cy="568111"/>
        </a:xfrm>
        <a:prstGeom prst="chevron">
          <a:avLst>
            <a:gd name="adj" fmla="val 4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4C716-043C-4546-AB26-165B82474927}">
      <dsp:nvSpPr>
        <dsp:cNvPr id="0" name=""/>
        <dsp:cNvSpPr/>
      </dsp:nvSpPr>
      <dsp:spPr>
        <a:xfrm>
          <a:off x="3755288" y="1123095"/>
          <a:ext cx="1242845" cy="56811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OUTPUT</a:t>
          </a:r>
        </a:p>
      </dsp:txBody>
      <dsp:txXfrm>
        <a:off x="3771927" y="1139734"/>
        <a:ext cx="1209567" cy="534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fUZBKDh9BY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8"/>
            <a:ext cx="4829100" cy="2059132"/>
          </a:xfrm>
        </p:spPr>
        <p:txBody>
          <a:bodyPr>
            <a:noAutofit/>
          </a:bodyPr>
          <a:lstStyle/>
          <a:p>
            <a:pPr algn="ctr"/>
            <a:r>
              <a:rPr lang="en-US" sz="4000" b="1" i="1" u="sng" spc="600" dirty="0"/>
              <a:t>INTRODUCTION TO COMPUTERS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ACIT STUDENTS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E6F3-B97C-6565-288F-9809E9E4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  <a:latin typeface="Algerian" panose="04020705040A02060702" pitchFamily="82" charset="0"/>
              </a:rPr>
              <a:t>CONTENT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507F6E-0499-F2A1-DF80-108BC7737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523183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26B82C-1D26-7E40-2DCC-D55E7A2D6FA4}"/>
              </a:ext>
            </a:extLst>
          </p:cNvPr>
          <p:cNvSpPr txBox="1"/>
          <p:nvPr/>
        </p:nvSpPr>
        <p:spPr>
          <a:xfrm>
            <a:off x="2788171" y="226351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B2AB6-814E-F78F-BCFA-2CF15915FFCB}"/>
              </a:ext>
            </a:extLst>
          </p:cNvPr>
          <p:cNvSpPr txBox="1"/>
          <p:nvPr/>
        </p:nvSpPr>
        <p:spPr>
          <a:xfrm>
            <a:off x="2788171" y="3198167"/>
            <a:ext cx="53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4763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85AF-2E8B-CAA0-AC97-CB8C3735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F5352-FC2F-C88D-0CD8-5F5ADBB5E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288530" cy="3760891"/>
          </a:xfrm>
        </p:spPr>
        <p:txBody>
          <a:bodyPr/>
          <a:lstStyle/>
          <a:p>
            <a:pPr marL="284163" indent="-223838" algn="just">
              <a:buFont typeface="Wingdings" panose="05000000000000000000" pitchFamily="2" charset="2"/>
              <a:buChar char="v"/>
            </a:pPr>
            <a:r>
              <a:rPr lang="en-US" dirty="0"/>
              <a:t>AN ELECTRONIC DEVICE WHICH TAKES INPUT , PROCESS IT AND PROVIES US USEFUL INFORMATION AS OUTPUT</a:t>
            </a:r>
          </a:p>
        </p:txBody>
      </p:sp>
      <p:pic>
        <p:nvPicPr>
          <p:cNvPr id="1026" name="Picture 2" descr="Computer Related Question?">
            <a:extLst>
              <a:ext uri="{FF2B5EF4-FFF2-40B4-BE49-F238E27FC236}">
                <a16:creationId xmlns:a16="http://schemas.microsoft.com/office/drawing/2014/main" id="{3357B818-C627-D8CA-2612-64CE3502A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2" r="10671"/>
          <a:stretch>
            <a:fillRect/>
          </a:stretch>
        </p:blipFill>
        <p:spPr bwMode="auto">
          <a:xfrm>
            <a:off x="7749914" y="2092689"/>
            <a:ext cx="3634393" cy="302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0F9E400-0F9E-F0EA-B6CA-12E07E41B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227395"/>
              </p:ext>
            </p:extLst>
          </p:nvPr>
        </p:nvGraphicFramePr>
        <p:xfrm>
          <a:off x="1387090" y="3196818"/>
          <a:ext cx="4998720" cy="2672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600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609E-A43F-BD5F-F221-85B57C1C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36DF-BDDB-2420-9FE5-C271CFFD0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SOFTWARE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/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145960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2E6F-0441-4252-F26D-D7791330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E18C-CB9D-29E9-1B4B-7F8310EBB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87FA72-12D3-8B33-3B8A-2F0483F2E506}"/>
              </a:ext>
            </a:extLst>
          </p:cNvPr>
          <p:cNvSpPr/>
          <p:nvPr/>
        </p:nvSpPr>
        <p:spPr>
          <a:xfrm>
            <a:off x="4886793" y="2293495"/>
            <a:ext cx="3013023" cy="704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TYPES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8F0A76-2DFB-4793-51F1-0DA5671785FC}"/>
              </a:ext>
            </a:extLst>
          </p:cNvPr>
          <p:cNvSpPr/>
          <p:nvPr/>
        </p:nvSpPr>
        <p:spPr>
          <a:xfrm>
            <a:off x="2460884" y="4081293"/>
            <a:ext cx="3013023" cy="7045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SYSTEM SOFTWARE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C168FC-F04A-DB55-7F60-B2177AD72E4D}"/>
              </a:ext>
            </a:extLst>
          </p:cNvPr>
          <p:cNvSpPr/>
          <p:nvPr/>
        </p:nvSpPr>
        <p:spPr>
          <a:xfrm>
            <a:off x="7197776" y="4081293"/>
            <a:ext cx="3013023" cy="7045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APPLICATION SOFTWARE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4A9099E-B1D4-5B84-0076-DAD553EB2361}"/>
              </a:ext>
            </a:extLst>
          </p:cNvPr>
          <p:cNvSpPr/>
          <p:nvPr/>
        </p:nvSpPr>
        <p:spPr>
          <a:xfrm>
            <a:off x="4631958" y="3132944"/>
            <a:ext cx="569627" cy="8394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D21DEA7-44B4-C6C8-EC04-E02B386C74D7}"/>
              </a:ext>
            </a:extLst>
          </p:cNvPr>
          <p:cNvSpPr/>
          <p:nvPr/>
        </p:nvSpPr>
        <p:spPr>
          <a:xfrm>
            <a:off x="7557536" y="3255364"/>
            <a:ext cx="569627" cy="8394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32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D6B-D1DC-5CD8-3F9D-EBA9613A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733F-DD74-9E56-12A7-1A909AD4B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KEYBOARD (INPUT )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MOUSE (INPUT)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SCANNER (INPUT)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SPEAKER (OUTPUT)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MONITER (OUTPUT)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latin typeface="Arial Rounded MT Bold" panose="020F0704030504030204" pitchFamily="34" charset="0"/>
              </a:rPr>
              <a:t>PRINTER (OUTOUT)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61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0B9E-47C4-C2D4-BA23-9C087E8B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82A4-77DB-DC78-164F-2749C8FA8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42975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LAPTOP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HENDHELD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MAIN FRAME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DESKTOP</a:t>
            </a:r>
          </a:p>
        </p:txBody>
      </p:sp>
      <p:pic>
        <p:nvPicPr>
          <p:cNvPr id="2052" name="Picture 4" descr="What is Computer? Types of Computer ...">
            <a:extLst>
              <a:ext uri="{FF2B5EF4-FFF2-40B4-BE49-F238E27FC236}">
                <a16:creationId xmlns:a16="http://schemas.microsoft.com/office/drawing/2014/main" id="{1D157C6D-C5BC-6A59-0878-0C753429D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189" y="1931622"/>
            <a:ext cx="5918069" cy="411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42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4DD2-4C6E-167E-87EE-D5FE250F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BRANDS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4E7F-2BFB-991D-29D8-B43CF2A0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HP               17.8</a:t>
            </a:r>
          </a:p>
          <a:p>
            <a:r>
              <a:rPr lang="en-US" sz="2800" dirty="0">
                <a:solidFill>
                  <a:srgbClr val="7030A0"/>
                </a:solidFill>
              </a:rPr>
              <a:t>DELL            16</a:t>
            </a:r>
          </a:p>
          <a:p>
            <a:r>
              <a:rPr lang="en-US" sz="2800" dirty="0">
                <a:solidFill>
                  <a:srgbClr val="7030A0"/>
                </a:solidFill>
              </a:rPr>
              <a:t>LENOVO        18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D62B55C-8749-4474-4022-BE3FC3760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5168387"/>
              </p:ext>
            </p:extLst>
          </p:nvPr>
        </p:nvGraphicFramePr>
        <p:xfrm>
          <a:off x="4505378" y="1973580"/>
          <a:ext cx="6827187" cy="4030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9132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C5A1-9B34-832E-B115-C7354934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COMPUTERS</a:t>
            </a:r>
          </a:p>
        </p:txBody>
      </p:sp>
      <p:pic>
        <p:nvPicPr>
          <p:cNvPr id="4" name="Online Media 3" title="Introduction To Computer System | Beginners Complete Introduction To Computer System">
            <a:hlinkClick r:id="" action="ppaction://media"/>
            <a:extLst>
              <a:ext uri="{FF2B5EF4-FFF2-40B4-BE49-F238E27FC236}">
                <a16:creationId xmlns:a16="http://schemas.microsoft.com/office/drawing/2014/main" id="{6001C761-A5AE-E85A-5D80-F12BE53C156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97061" y="2032465"/>
            <a:ext cx="7797878" cy="440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64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AA65-9E0E-C546-2591-0122AF19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DEFINATIONS OF COMPUTERS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4D77EDA-F4C4-0466-F906-BE641214FAF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818146"/>
              </p:ext>
            </p:extLst>
          </p:nvPr>
        </p:nvGraphicFramePr>
        <p:xfrm>
          <a:off x="1141413" y="2108200"/>
          <a:ext cx="9967912" cy="376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420422" imgH="4686413" progId="Excel.Sheet.12">
                  <p:embed/>
                </p:oleObj>
              </mc:Choice>
              <mc:Fallback>
                <p:oleObj name="Worksheet" r:id="rId2" imgW="12420422" imgH="46864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1413" y="2108200"/>
                        <a:ext cx="9967912" cy="3760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072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B34944-1423-496D-2002-3A19FE8FE21A}"/>
              </a:ext>
            </a:extLst>
          </p:cNvPr>
          <p:cNvSpPr txBox="1"/>
          <p:nvPr/>
        </p:nvSpPr>
        <p:spPr>
          <a:xfrm>
            <a:off x="4933807" y="3429000"/>
            <a:ext cx="3038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9120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{59CE579C-4A69-41D6-9C68-DDA96630CCC8}TF235124e3-e6db-4c6d-93c8-733f2fadbc609fb6f57c_win32-b1e91d96f19e</Template>
  <TotalTime>37</TotalTime>
  <Words>107</Words>
  <Application>Microsoft Office PowerPoint</Application>
  <PresentationFormat>Widescreen</PresentationFormat>
  <Paragraphs>43</Paragraphs>
  <Slides>11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Arial Rounded MT Bold</vt:lpstr>
      <vt:lpstr>Bahnschrift</vt:lpstr>
      <vt:lpstr>Calibri</vt:lpstr>
      <vt:lpstr>Georgia Pro Cond Light</vt:lpstr>
      <vt:lpstr>Speak Pro</vt:lpstr>
      <vt:lpstr>Wingdings</vt:lpstr>
      <vt:lpstr>RetrospectVTI</vt:lpstr>
      <vt:lpstr>Microsoft Excel Worksheet</vt:lpstr>
      <vt:lpstr>INTRODUCTION TO COMPUTERS</vt:lpstr>
      <vt:lpstr>CONTENT</vt:lpstr>
      <vt:lpstr>COMPUTERS</vt:lpstr>
      <vt:lpstr>PARTS OF COMPUTER</vt:lpstr>
      <vt:lpstr>SOFTWARE</vt:lpstr>
      <vt:lpstr>HARDWARE</vt:lpstr>
      <vt:lpstr>TYPES OF COMPUTERS</vt:lpstr>
      <vt:lpstr>COMPUTER BRANDS</vt:lpstr>
      <vt:lpstr>INTRODUCTION TO COMPUTERS</vt:lpstr>
      <vt:lpstr>SHORT DEFINATIONS OF COMPUTERS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2025-11-07T13:15:17Z</dcterms:created>
  <dcterms:modified xsi:type="dcterms:W3CDTF">2025-11-07T13:52:50Z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